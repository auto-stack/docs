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84" r:id="rId7"/>
    <p:sldId id="285" r:id="rId8"/>
    <p:sldId id="260" r:id="rId9"/>
    <p:sldId id="259" r:id="rId10"/>
    <p:sldId id="275" r:id="rId11"/>
    <p:sldId id="262" r:id="rId12"/>
    <p:sldId id="287" r:id="rId13"/>
    <p:sldId id="288" r:id="rId14"/>
    <p:sldId id="263" r:id="rId15"/>
    <p:sldId id="264" r:id="rId16"/>
    <p:sldId id="286" r:id="rId17"/>
    <p:sldId id="265" r:id="rId18"/>
    <p:sldId id="266" r:id="rId19"/>
    <p:sldId id="276" r:id="rId20"/>
    <p:sldId id="277" r:id="rId21"/>
    <p:sldId id="279" r:id="rId22"/>
    <p:sldId id="278" r:id="rId23"/>
    <p:sldId id="280" r:id="rId24"/>
    <p:sldId id="267" r:id="rId25"/>
    <p:sldId id="268" r:id="rId26"/>
    <p:sldId id="291" r:id="rId27"/>
    <p:sldId id="258" r:id="rId28"/>
    <p:sldId id="261" r:id="rId29"/>
    <p:sldId id="295" r:id="rId30"/>
    <p:sldId id="282" r:id="rId31"/>
    <p:sldId id="269" r:id="rId32"/>
    <p:sldId id="283" r:id="rId33"/>
    <p:sldId id="270" r:id="rId34"/>
    <p:sldId id="274" r:id="rId35"/>
    <p:sldId id="294" r:id="rId36"/>
    <p:sldId id="271" r:id="rId37"/>
    <p:sldId id="290" r:id="rId38"/>
    <p:sldId id="293" r:id="rId39"/>
    <p:sldId id="272" r:id="rId40"/>
    <p:sldId id="289" r:id="rId41"/>
    <p:sldId id="273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489A"/>
    <a:srgbClr val="C084FC"/>
    <a:srgbClr val="660066"/>
    <a:srgbClr val="22D3EE"/>
    <a:srgbClr val="FF5050"/>
    <a:srgbClr val="EC4899"/>
    <a:srgbClr val="60A5FA"/>
    <a:srgbClr val="F472B6"/>
    <a:srgbClr val="3B82F6"/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1" y="8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0" Type="http://schemas.openxmlformats.org/officeDocument/2006/relationships/notesSlide" Target="../notesSlides/notesSlide1.xml"/><Relationship Id="rId2" Type="http://schemas.openxmlformats.org/officeDocument/2006/relationships/image" Target="../media/image2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0" Type="http://schemas.openxmlformats.org/officeDocument/2006/relationships/notesSlide" Target="../notesSlides/notesSlide2.xml"/><Relationship Id="rId2" Type="http://schemas.openxmlformats.org/officeDocument/2006/relationships/image" Target="../media/image1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4.png"/><Relationship Id="rId17" Type="http://schemas.openxmlformats.org/officeDocument/2006/relationships/image" Target="../media/image33.png"/><Relationship Id="rId16" Type="http://schemas.openxmlformats.org/officeDocument/2006/relationships/image" Target="../media/image15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35.png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8.sv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2.xml"/><Relationship Id="rId76" Type="http://schemas.openxmlformats.org/officeDocument/2006/relationships/notesSlide" Target="../notesSlides/notesSlide4.xml"/><Relationship Id="rId75" Type="http://schemas.openxmlformats.org/officeDocument/2006/relationships/slideLayout" Target="../slideLayouts/slideLayout1.xml"/><Relationship Id="rId74" Type="http://schemas.openxmlformats.org/officeDocument/2006/relationships/tags" Target="../tags/tag43.xml"/><Relationship Id="rId73" Type="http://schemas.openxmlformats.org/officeDocument/2006/relationships/tags" Target="../tags/tag42.xml"/><Relationship Id="rId72" Type="http://schemas.openxmlformats.org/officeDocument/2006/relationships/tags" Target="../tags/tag41.xml"/><Relationship Id="rId71" Type="http://schemas.openxmlformats.org/officeDocument/2006/relationships/tags" Target="../tags/tag40.xml"/><Relationship Id="rId70" Type="http://schemas.openxmlformats.org/officeDocument/2006/relationships/tags" Target="../tags/tag39.xml"/><Relationship Id="rId7" Type="http://schemas.openxmlformats.org/officeDocument/2006/relationships/image" Target="../media/image15.png"/><Relationship Id="rId69" Type="http://schemas.openxmlformats.org/officeDocument/2006/relationships/tags" Target="../tags/tag38.xml"/><Relationship Id="rId68" Type="http://schemas.openxmlformats.org/officeDocument/2006/relationships/tags" Target="../tags/tag37.xml"/><Relationship Id="rId67" Type="http://schemas.openxmlformats.org/officeDocument/2006/relationships/tags" Target="../tags/tag36.xml"/><Relationship Id="rId66" Type="http://schemas.openxmlformats.org/officeDocument/2006/relationships/tags" Target="../tags/tag35.xml"/><Relationship Id="rId65" Type="http://schemas.openxmlformats.org/officeDocument/2006/relationships/tags" Target="../tags/tag34.xml"/><Relationship Id="rId64" Type="http://schemas.openxmlformats.org/officeDocument/2006/relationships/tags" Target="../tags/tag33.xml"/><Relationship Id="rId63" Type="http://schemas.openxmlformats.org/officeDocument/2006/relationships/tags" Target="../tags/tag32.xml"/><Relationship Id="rId62" Type="http://schemas.openxmlformats.org/officeDocument/2006/relationships/tags" Target="../tags/tag31.xml"/><Relationship Id="rId61" Type="http://schemas.openxmlformats.org/officeDocument/2006/relationships/tags" Target="../tags/tag30.xml"/><Relationship Id="rId60" Type="http://schemas.openxmlformats.org/officeDocument/2006/relationships/tags" Target="../tags/tag29.xml"/><Relationship Id="rId6" Type="http://schemas.openxmlformats.org/officeDocument/2006/relationships/image" Target="../media/image22.png"/><Relationship Id="rId59" Type="http://schemas.openxmlformats.org/officeDocument/2006/relationships/tags" Target="../tags/tag28.xml"/><Relationship Id="rId58" Type="http://schemas.openxmlformats.org/officeDocument/2006/relationships/image" Target="../media/image60.png"/><Relationship Id="rId57" Type="http://schemas.openxmlformats.org/officeDocument/2006/relationships/tags" Target="../tags/tag27.xml"/><Relationship Id="rId56" Type="http://schemas.openxmlformats.org/officeDocument/2006/relationships/image" Target="../media/image59.png"/><Relationship Id="rId55" Type="http://schemas.openxmlformats.org/officeDocument/2006/relationships/tags" Target="../tags/tag26.xml"/><Relationship Id="rId54" Type="http://schemas.openxmlformats.org/officeDocument/2006/relationships/tags" Target="../tags/tag25.xml"/><Relationship Id="rId53" Type="http://schemas.openxmlformats.org/officeDocument/2006/relationships/image" Target="../media/image58.png"/><Relationship Id="rId52" Type="http://schemas.openxmlformats.org/officeDocument/2006/relationships/tags" Target="../tags/tag24.xml"/><Relationship Id="rId51" Type="http://schemas.openxmlformats.org/officeDocument/2006/relationships/image" Target="../media/image57.png"/><Relationship Id="rId50" Type="http://schemas.openxmlformats.org/officeDocument/2006/relationships/tags" Target="../tags/tag23.xml"/><Relationship Id="rId5" Type="http://schemas.openxmlformats.org/officeDocument/2006/relationships/image" Target="../media/image21.png"/><Relationship Id="rId49" Type="http://schemas.openxmlformats.org/officeDocument/2006/relationships/tags" Target="../tags/tag22.xml"/><Relationship Id="rId48" Type="http://schemas.openxmlformats.org/officeDocument/2006/relationships/tags" Target="../tags/tag21.xml"/><Relationship Id="rId47" Type="http://schemas.openxmlformats.org/officeDocument/2006/relationships/image" Target="../media/image56.png"/><Relationship Id="rId46" Type="http://schemas.openxmlformats.org/officeDocument/2006/relationships/tags" Target="../tags/tag20.xml"/><Relationship Id="rId45" Type="http://schemas.openxmlformats.org/officeDocument/2006/relationships/tags" Target="../tags/tag19.xml"/><Relationship Id="rId44" Type="http://schemas.openxmlformats.org/officeDocument/2006/relationships/image" Target="../media/image55.png"/><Relationship Id="rId43" Type="http://schemas.openxmlformats.org/officeDocument/2006/relationships/tags" Target="../tags/tag18.xml"/><Relationship Id="rId42" Type="http://schemas.openxmlformats.org/officeDocument/2006/relationships/image" Target="../media/image54.png"/><Relationship Id="rId41" Type="http://schemas.openxmlformats.org/officeDocument/2006/relationships/tags" Target="../tags/tag17.xml"/><Relationship Id="rId40" Type="http://schemas.openxmlformats.org/officeDocument/2006/relationships/image" Target="../media/image53.png"/><Relationship Id="rId4" Type="http://schemas.openxmlformats.org/officeDocument/2006/relationships/image" Target="../media/image20.png"/><Relationship Id="rId39" Type="http://schemas.openxmlformats.org/officeDocument/2006/relationships/tags" Target="../tags/tag16.xml"/><Relationship Id="rId38" Type="http://schemas.openxmlformats.org/officeDocument/2006/relationships/image" Target="../media/image52.png"/><Relationship Id="rId37" Type="http://schemas.openxmlformats.org/officeDocument/2006/relationships/image" Target="../media/image51.png"/><Relationship Id="rId36" Type="http://schemas.openxmlformats.org/officeDocument/2006/relationships/image" Target="../media/image50.png"/><Relationship Id="rId35" Type="http://schemas.openxmlformats.org/officeDocument/2006/relationships/image" Target="../media/image49.png"/><Relationship Id="rId34" Type="http://schemas.openxmlformats.org/officeDocument/2006/relationships/tags" Target="../tags/tag15.xml"/><Relationship Id="rId33" Type="http://schemas.openxmlformats.org/officeDocument/2006/relationships/image" Target="../media/image48.png"/><Relationship Id="rId32" Type="http://schemas.openxmlformats.org/officeDocument/2006/relationships/tags" Target="../tags/tag14.xml"/><Relationship Id="rId31" Type="http://schemas.openxmlformats.org/officeDocument/2006/relationships/tags" Target="../tags/tag13.xml"/><Relationship Id="rId30" Type="http://schemas.openxmlformats.org/officeDocument/2006/relationships/image" Target="../media/image47.png"/><Relationship Id="rId3" Type="http://schemas.openxmlformats.org/officeDocument/2006/relationships/tags" Target="../tags/tag1.xml"/><Relationship Id="rId29" Type="http://schemas.openxmlformats.org/officeDocument/2006/relationships/tags" Target="../tags/tag12.xml"/><Relationship Id="rId28" Type="http://schemas.openxmlformats.org/officeDocument/2006/relationships/image" Target="../media/image46.png"/><Relationship Id="rId27" Type="http://schemas.openxmlformats.org/officeDocument/2006/relationships/tags" Target="../tags/tag11.xml"/><Relationship Id="rId26" Type="http://schemas.openxmlformats.org/officeDocument/2006/relationships/tags" Target="../tags/tag10.xml"/><Relationship Id="rId25" Type="http://schemas.openxmlformats.org/officeDocument/2006/relationships/image" Target="../media/image45.png"/><Relationship Id="rId24" Type="http://schemas.openxmlformats.org/officeDocument/2006/relationships/tags" Target="../tags/tag9.xml"/><Relationship Id="rId23" Type="http://schemas.openxmlformats.org/officeDocument/2006/relationships/image" Target="../media/image44.png"/><Relationship Id="rId22" Type="http://schemas.openxmlformats.org/officeDocument/2006/relationships/tags" Target="../tags/tag8.xml"/><Relationship Id="rId21" Type="http://schemas.openxmlformats.org/officeDocument/2006/relationships/tags" Target="../tags/tag7.xml"/><Relationship Id="rId20" Type="http://schemas.openxmlformats.org/officeDocument/2006/relationships/image" Target="../media/image43.png"/><Relationship Id="rId2" Type="http://schemas.openxmlformats.org/officeDocument/2006/relationships/image" Target="../media/image19.png"/><Relationship Id="rId19" Type="http://schemas.openxmlformats.org/officeDocument/2006/relationships/tags" Target="../tags/tag6.xml"/><Relationship Id="rId18" Type="http://schemas.openxmlformats.org/officeDocument/2006/relationships/image" Target="../media/image42.png"/><Relationship Id="rId17" Type="http://schemas.openxmlformats.org/officeDocument/2006/relationships/tags" Target="../tags/tag5.xml"/><Relationship Id="rId16" Type="http://schemas.openxmlformats.org/officeDocument/2006/relationships/image" Target="../media/image41.png"/><Relationship Id="rId15" Type="http://schemas.openxmlformats.org/officeDocument/2006/relationships/tags" Target="../tags/tag4.xml"/><Relationship Id="rId14" Type="http://schemas.openxmlformats.org/officeDocument/2006/relationships/image" Target="../media/image40.png"/><Relationship Id="rId13" Type="http://schemas.openxmlformats.org/officeDocument/2006/relationships/image" Target="../media/image39.png"/><Relationship Id="rId12" Type="http://schemas.openxmlformats.org/officeDocument/2006/relationships/image" Target="../media/image38.png"/><Relationship Id="rId11" Type="http://schemas.openxmlformats.org/officeDocument/2006/relationships/image" Target="../media/image37.png"/><Relationship Id="rId10" Type="http://schemas.openxmlformats.org/officeDocument/2006/relationships/tags" Target="../tags/tag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png"/><Relationship Id="rId8" Type="http://schemas.openxmlformats.org/officeDocument/2006/relationships/image" Target="../media/image63.png"/><Relationship Id="rId7" Type="http://schemas.openxmlformats.org/officeDocument/2006/relationships/image" Target="../media/image62.png"/><Relationship Id="rId6" Type="http://schemas.openxmlformats.org/officeDocument/2006/relationships/image" Target="../media/image6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7" Type="http://schemas.openxmlformats.org/officeDocument/2006/relationships/notesSlide" Target="../notesSlides/notesSlide5.xml"/><Relationship Id="rId36" Type="http://schemas.openxmlformats.org/officeDocument/2006/relationships/slideLayout" Target="../slideLayouts/slideLayout1.xml"/><Relationship Id="rId35" Type="http://schemas.openxmlformats.org/officeDocument/2006/relationships/image" Target="../media/image90.png"/><Relationship Id="rId34" Type="http://schemas.openxmlformats.org/officeDocument/2006/relationships/image" Target="../media/image89.png"/><Relationship Id="rId33" Type="http://schemas.openxmlformats.org/officeDocument/2006/relationships/image" Target="../media/image88.png"/><Relationship Id="rId32" Type="http://schemas.openxmlformats.org/officeDocument/2006/relationships/image" Target="../media/image87.png"/><Relationship Id="rId31" Type="http://schemas.openxmlformats.org/officeDocument/2006/relationships/image" Target="../media/image86.png"/><Relationship Id="rId30" Type="http://schemas.openxmlformats.org/officeDocument/2006/relationships/image" Target="../media/image85.png"/><Relationship Id="rId3" Type="http://schemas.openxmlformats.org/officeDocument/2006/relationships/image" Target="../media/image20.png"/><Relationship Id="rId29" Type="http://schemas.openxmlformats.org/officeDocument/2006/relationships/image" Target="../media/image84.png"/><Relationship Id="rId28" Type="http://schemas.openxmlformats.org/officeDocument/2006/relationships/image" Target="../media/image83.png"/><Relationship Id="rId27" Type="http://schemas.openxmlformats.org/officeDocument/2006/relationships/image" Target="../media/image82.png"/><Relationship Id="rId26" Type="http://schemas.openxmlformats.org/officeDocument/2006/relationships/image" Target="../media/image81.png"/><Relationship Id="rId25" Type="http://schemas.openxmlformats.org/officeDocument/2006/relationships/image" Target="../media/image80.png"/><Relationship Id="rId24" Type="http://schemas.openxmlformats.org/officeDocument/2006/relationships/image" Target="../media/image79.png"/><Relationship Id="rId23" Type="http://schemas.openxmlformats.org/officeDocument/2006/relationships/image" Target="../media/image78.png"/><Relationship Id="rId22" Type="http://schemas.openxmlformats.org/officeDocument/2006/relationships/image" Target="../media/image77.png"/><Relationship Id="rId21" Type="http://schemas.openxmlformats.org/officeDocument/2006/relationships/image" Target="../media/image76.png"/><Relationship Id="rId20" Type="http://schemas.openxmlformats.org/officeDocument/2006/relationships/image" Target="../media/image75.png"/><Relationship Id="rId2" Type="http://schemas.openxmlformats.org/officeDocument/2006/relationships/image" Target="../media/image19.png"/><Relationship Id="rId19" Type="http://schemas.openxmlformats.org/officeDocument/2006/relationships/image" Target="../media/image74.png"/><Relationship Id="rId18" Type="http://schemas.openxmlformats.org/officeDocument/2006/relationships/image" Target="../media/image73.png"/><Relationship Id="rId17" Type="http://schemas.openxmlformats.org/officeDocument/2006/relationships/image" Target="../media/image72.png"/><Relationship Id="rId16" Type="http://schemas.openxmlformats.org/officeDocument/2006/relationships/image" Target="../media/image71.png"/><Relationship Id="rId15" Type="http://schemas.openxmlformats.org/officeDocument/2006/relationships/image" Target="../media/image70.png"/><Relationship Id="rId14" Type="http://schemas.openxmlformats.org/officeDocument/2006/relationships/image" Target="../media/image69.png"/><Relationship Id="rId13" Type="http://schemas.openxmlformats.org/officeDocument/2006/relationships/image" Target="../media/image68.png"/><Relationship Id="rId12" Type="http://schemas.openxmlformats.org/officeDocument/2006/relationships/image" Target="../media/image67.png"/><Relationship Id="rId11" Type="http://schemas.openxmlformats.org/officeDocument/2006/relationships/image" Target="../media/image66.png"/><Relationship Id="rId10" Type="http://schemas.openxmlformats.org/officeDocument/2006/relationships/image" Target="../media/image6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image" Target="../media/image95.png"/><Relationship Id="rId7" Type="http://schemas.openxmlformats.org/officeDocument/2006/relationships/image" Target="../media/image94.png"/><Relationship Id="rId6" Type="http://schemas.openxmlformats.org/officeDocument/2006/relationships/image" Target="../media/image93.png"/><Relationship Id="rId5" Type="http://schemas.openxmlformats.org/officeDocument/2006/relationships/image" Target="../media/image22.png"/><Relationship Id="rId42" Type="http://schemas.openxmlformats.org/officeDocument/2006/relationships/notesSlide" Target="../notesSlides/notesSlide6.xml"/><Relationship Id="rId41" Type="http://schemas.openxmlformats.org/officeDocument/2006/relationships/slideLayout" Target="../slideLayouts/slideLayout1.xml"/><Relationship Id="rId40" Type="http://schemas.openxmlformats.org/officeDocument/2006/relationships/tags" Target="../tags/tag64.xml"/><Relationship Id="rId4" Type="http://schemas.openxmlformats.org/officeDocument/2006/relationships/image" Target="../media/image92.png"/><Relationship Id="rId39" Type="http://schemas.openxmlformats.org/officeDocument/2006/relationships/tags" Target="../tags/tag63.xml"/><Relationship Id="rId38" Type="http://schemas.openxmlformats.org/officeDocument/2006/relationships/tags" Target="../tags/tag62.xml"/><Relationship Id="rId37" Type="http://schemas.openxmlformats.org/officeDocument/2006/relationships/tags" Target="../tags/tag61.xml"/><Relationship Id="rId36" Type="http://schemas.openxmlformats.org/officeDocument/2006/relationships/tags" Target="../tags/tag60.xml"/><Relationship Id="rId35" Type="http://schemas.openxmlformats.org/officeDocument/2006/relationships/tags" Target="../tags/tag59.xml"/><Relationship Id="rId34" Type="http://schemas.openxmlformats.org/officeDocument/2006/relationships/tags" Target="../tags/tag58.xml"/><Relationship Id="rId33" Type="http://schemas.openxmlformats.org/officeDocument/2006/relationships/tags" Target="../tags/tag57.xml"/><Relationship Id="rId32" Type="http://schemas.openxmlformats.org/officeDocument/2006/relationships/tags" Target="../tags/tag56.xml"/><Relationship Id="rId31" Type="http://schemas.openxmlformats.org/officeDocument/2006/relationships/tags" Target="../tags/tag55.xml"/><Relationship Id="rId30" Type="http://schemas.openxmlformats.org/officeDocument/2006/relationships/image" Target="../media/image15.png"/><Relationship Id="rId3" Type="http://schemas.openxmlformats.org/officeDocument/2006/relationships/image" Target="../media/image91.png"/><Relationship Id="rId29" Type="http://schemas.openxmlformats.org/officeDocument/2006/relationships/image" Target="../media/image106.png"/><Relationship Id="rId28" Type="http://schemas.openxmlformats.org/officeDocument/2006/relationships/image" Target="../media/image105.png"/><Relationship Id="rId27" Type="http://schemas.openxmlformats.org/officeDocument/2006/relationships/tags" Target="../tags/tag54.xml"/><Relationship Id="rId26" Type="http://schemas.openxmlformats.org/officeDocument/2006/relationships/image" Target="../media/image104.png"/><Relationship Id="rId25" Type="http://schemas.openxmlformats.org/officeDocument/2006/relationships/tags" Target="../tags/tag53.xml"/><Relationship Id="rId24" Type="http://schemas.openxmlformats.org/officeDocument/2006/relationships/image" Target="../media/image103.png"/><Relationship Id="rId23" Type="http://schemas.openxmlformats.org/officeDocument/2006/relationships/tags" Target="../tags/tag52.xml"/><Relationship Id="rId22" Type="http://schemas.openxmlformats.org/officeDocument/2006/relationships/image" Target="../media/image102.png"/><Relationship Id="rId21" Type="http://schemas.openxmlformats.org/officeDocument/2006/relationships/tags" Target="../tags/tag51.xml"/><Relationship Id="rId20" Type="http://schemas.openxmlformats.org/officeDocument/2006/relationships/image" Target="../media/image101.png"/><Relationship Id="rId2" Type="http://schemas.openxmlformats.org/officeDocument/2006/relationships/tags" Target="../tags/tag44.xml"/><Relationship Id="rId19" Type="http://schemas.openxmlformats.org/officeDocument/2006/relationships/tags" Target="../tags/tag50.xml"/><Relationship Id="rId18" Type="http://schemas.openxmlformats.org/officeDocument/2006/relationships/image" Target="../media/image100.png"/><Relationship Id="rId17" Type="http://schemas.openxmlformats.org/officeDocument/2006/relationships/tags" Target="../tags/tag49.xml"/><Relationship Id="rId16" Type="http://schemas.openxmlformats.org/officeDocument/2006/relationships/image" Target="../media/image99.png"/><Relationship Id="rId15" Type="http://schemas.openxmlformats.org/officeDocument/2006/relationships/tags" Target="../tags/tag48.xml"/><Relationship Id="rId14" Type="http://schemas.openxmlformats.org/officeDocument/2006/relationships/image" Target="../media/image98.png"/><Relationship Id="rId13" Type="http://schemas.openxmlformats.org/officeDocument/2006/relationships/tags" Target="../tags/tag47.xml"/><Relationship Id="rId12" Type="http://schemas.openxmlformats.org/officeDocument/2006/relationships/image" Target="../media/image97.png"/><Relationship Id="rId11" Type="http://schemas.openxmlformats.org/officeDocument/2006/relationships/tags" Target="../tags/tag46.xml"/><Relationship Id="rId10" Type="http://schemas.openxmlformats.org/officeDocument/2006/relationships/image" Target="../media/image9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07.png"/><Relationship Id="rId4" Type="http://schemas.openxmlformats.org/officeDocument/2006/relationships/image" Target="../media/image15.png"/><Relationship Id="rId3" Type="http://schemas.openxmlformats.org/officeDocument/2006/relationships/image" Target="../media/image22.png"/><Relationship Id="rId2" Type="http://schemas.openxmlformats.org/officeDocument/2006/relationships/image" Target="../media/image9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3.png"/><Relationship Id="rId8" Type="http://schemas.openxmlformats.org/officeDocument/2006/relationships/image" Target="../media/image112.png"/><Relationship Id="rId7" Type="http://schemas.openxmlformats.org/officeDocument/2006/relationships/image" Target="../media/image111.png"/><Relationship Id="rId6" Type="http://schemas.openxmlformats.org/officeDocument/2006/relationships/image" Target="../media/image110.png"/><Relationship Id="rId5" Type="http://schemas.openxmlformats.org/officeDocument/2006/relationships/image" Target="../media/image22.png"/><Relationship Id="rId4" Type="http://schemas.openxmlformats.org/officeDocument/2006/relationships/image" Target="../media/image109.png"/><Relationship Id="rId3" Type="http://schemas.openxmlformats.org/officeDocument/2006/relationships/image" Target="../media/image108.png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15.png"/><Relationship Id="rId23" Type="http://schemas.openxmlformats.org/officeDocument/2006/relationships/image" Target="../media/image125.png"/><Relationship Id="rId22" Type="http://schemas.openxmlformats.org/officeDocument/2006/relationships/image" Target="../media/image124.png"/><Relationship Id="rId21" Type="http://schemas.openxmlformats.org/officeDocument/2006/relationships/image" Target="../media/image123.png"/><Relationship Id="rId20" Type="http://schemas.openxmlformats.org/officeDocument/2006/relationships/image" Target="../media/image122.png"/><Relationship Id="rId2" Type="http://schemas.openxmlformats.org/officeDocument/2006/relationships/image" Target="../media/image91.png"/><Relationship Id="rId19" Type="http://schemas.openxmlformats.org/officeDocument/2006/relationships/image" Target="../media/image121.png"/><Relationship Id="rId18" Type="http://schemas.openxmlformats.org/officeDocument/2006/relationships/image" Target="../media/image120.png"/><Relationship Id="rId17" Type="http://schemas.openxmlformats.org/officeDocument/2006/relationships/image" Target="../media/image119.png"/><Relationship Id="rId16" Type="http://schemas.openxmlformats.org/officeDocument/2006/relationships/image" Target="../media/image118.png"/><Relationship Id="rId15" Type="http://schemas.openxmlformats.org/officeDocument/2006/relationships/image" Target="../media/image117.png"/><Relationship Id="rId14" Type="http://schemas.openxmlformats.org/officeDocument/2006/relationships/image" Target="../media/image116.png"/><Relationship Id="rId13" Type="http://schemas.openxmlformats.org/officeDocument/2006/relationships/image" Target="../media/image115.png"/><Relationship Id="rId12" Type="http://schemas.openxmlformats.org/officeDocument/2006/relationships/image" Target="../media/image88.png"/><Relationship Id="rId11" Type="http://schemas.openxmlformats.org/officeDocument/2006/relationships/image" Target="../media/image114.png"/><Relationship Id="rId10" Type="http://schemas.openxmlformats.org/officeDocument/2006/relationships/image" Target="../media/image89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8.png"/><Relationship Id="rId8" Type="http://schemas.openxmlformats.org/officeDocument/2006/relationships/image" Target="../media/image127.png"/><Relationship Id="rId7" Type="http://schemas.openxmlformats.org/officeDocument/2006/relationships/image" Target="../media/image126.png"/><Relationship Id="rId6" Type="http://schemas.openxmlformats.org/officeDocument/2006/relationships/image" Target="../media/image117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24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1.png"/><Relationship Id="rId8" Type="http://schemas.openxmlformats.org/officeDocument/2006/relationships/image" Target="../media/image130.png"/><Relationship Id="rId7" Type="http://schemas.microsoft.com/office/2007/relationships/hdphoto" Target="../media/image129.wdp"/><Relationship Id="rId6" Type="http://schemas.openxmlformats.org/officeDocument/2006/relationships/image" Target="../media/image128.png"/><Relationship Id="rId5" Type="http://schemas.openxmlformats.org/officeDocument/2006/relationships/image" Target="../media/image117.png"/><Relationship Id="rId4" Type="http://schemas.openxmlformats.org/officeDocument/2006/relationships/image" Target="../media/image110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99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7.png"/><Relationship Id="rId8" Type="http://schemas.openxmlformats.org/officeDocument/2006/relationships/image" Target="../media/image136.png"/><Relationship Id="rId7" Type="http://schemas.openxmlformats.org/officeDocument/2006/relationships/image" Target="../media/image135.png"/><Relationship Id="rId6" Type="http://schemas.openxmlformats.org/officeDocument/2006/relationships/image" Target="../media/image134.png"/><Relationship Id="rId5" Type="http://schemas.openxmlformats.org/officeDocument/2006/relationships/image" Target="../media/image22.png"/><Relationship Id="rId4" Type="http://schemas.openxmlformats.org/officeDocument/2006/relationships/image" Target="../media/image133.png"/><Relationship Id="rId3" Type="http://schemas.openxmlformats.org/officeDocument/2006/relationships/image" Target="../media/image132.png"/><Relationship Id="rId25" Type="http://schemas.openxmlformats.org/officeDocument/2006/relationships/notesSlide" Target="../notesSlides/notesSlide11.xml"/><Relationship Id="rId24" Type="http://schemas.openxmlformats.org/officeDocument/2006/relationships/slideLayout" Target="../slideLayouts/slideLayout1.xml"/><Relationship Id="rId23" Type="http://schemas.openxmlformats.org/officeDocument/2006/relationships/image" Target="../media/image150.png"/><Relationship Id="rId22" Type="http://schemas.openxmlformats.org/officeDocument/2006/relationships/image" Target="../media/image149.png"/><Relationship Id="rId21" Type="http://schemas.openxmlformats.org/officeDocument/2006/relationships/image" Target="../media/image148.png"/><Relationship Id="rId20" Type="http://schemas.openxmlformats.org/officeDocument/2006/relationships/image" Target="../media/image147.png"/><Relationship Id="rId2" Type="http://schemas.openxmlformats.org/officeDocument/2006/relationships/image" Target="../media/image91.png"/><Relationship Id="rId19" Type="http://schemas.openxmlformats.org/officeDocument/2006/relationships/image" Target="../media/image146.png"/><Relationship Id="rId18" Type="http://schemas.openxmlformats.org/officeDocument/2006/relationships/image" Target="../media/image145.png"/><Relationship Id="rId17" Type="http://schemas.openxmlformats.org/officeDocument/2006/relationships/image" Target="../media/image144.png"/><Relationship Id="rId16" Type="http://schemas.openxmlformats.org/officeDocument/2006/relationships/image" Target="../media/image143.png"/><Relationship Id="rId15" Type="http://schemas.openxmlformats.org/officeDocument/2006/relationships/image" Target="../media/image142.png"/><Relationship Id="rId14" Type="http://schemas.openxmlformats.org/officeDocument/2006/relationships/image" Target="../media/image141.png"/><Relationship Id="rId13" Type="http://schemas.openxmlformats.org/officeDocument/2006/relationships/image" Target="../media/image15.png"/><Relationship Id="rId12" Type="http://schemas.openxmlformats.org/officeDocument/2006/relationships/image" Target="../media/image140.png"/><Relationship Id="rId11" Type="http://schemas.openxmlformats.org/officeDocument/2006/relationships/image" Target="../media/image139.png"/><Relationship Id="rId10" Type="http://schemas.openxmlformats.org/officeDocument/2006/relationships/image" Target="../media/image13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6.png"/><Relationship Id="rId8" Type="http://schemas.openxmlformats.org/officeDocument/2006/relationships/image" Target="../media/image155.png"/><Relationship Id="rId7" Type="http://schemas.openxmlformats.org/officeDocument/2006/relationships/image" Target="../media/image154.png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3" Type="http://schemas.openxmlformats.org/officeDocument/2006/relationships/image" Target="../media/image36.png"/><Relationship Id="rId24" Type="http://schemas.openxmlformats.org/officeDocument/2006/relationships/notesSlide" Target="../notesSlides/notesSlide1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167.png"/><Relationship Id="rId21" Type="http://schemas.openxmlformats.org/officeDocument/2006/relationships/image" Target="../media/image166.png"/><Relationship Id="rId20" Type="http://schemas.openxmlformats.org/officeDocument/2006/relationships/image" Target="../media/image165.png"/><Relationship Id="rId2" Type="http://schemas.openxmlformats.org/officeDocument/2006/relationships/image" Target="../media/image91.png"/><Relationship Id="rId19" Type="http://schemas.openxmlformats.org/officeDocument/2006/relationships/image" Target="../media/image164.png"/><Relationship Id="rId18" Type="http://schemas.openxmlformats.org/officeDocument/2006/relationships/image" Target="../media/image163.png"/><Relationship Id="rId17" Type="http://schemas.openxmlformats.org/officeDocument/2006/relationships/image" Target="../media/image162.png"/><Relationship Id="rId16" Type="http://schemas.openxmlformats.org/officeDocument/2006/relationships/image" Target="../media/image161.png"/><Relationship Id="rId15" Type="http://schemas.openxmlformats.org/officeDocument/2006/relationships/image" Target="../media/image160.png"/><Relationship Id="rId14" Type="http://schemas.openxmlformats.org/officeDocument/2006/relationships/image" Target="../media/image15.png"/><Relationship Id="rId13" Type="http://schemas.openxmlformats.org/officeDocument/2006/relationships/image" Target="../media/image159.png"/><Relationship Id="rId12" Type="http://schemas.openxmlformats.org/officeDocument/2006/relationships/image" Target="../media/image158.png"/><Relationship Id="rId11" Type="http://schemas.openxmlformats.org/officeDocument/2006/relationships/image" Target="../media/image157.png"/><Relationship Id="rId10" Type="http://schemas.openxmlformats.org/officeDocument/2006/relationships/image" Target="../media/image9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2.png"/><Relationship Id="rId8" Type="http://schemas.openxmlformats.org/officeDocument/2006/relationships/image" Target="../media/image171.png"/><Relationship Id="rId7" Type="http://schemas.openxmlformats.org/officeDocument/2006/relationships/image" Target="../media/image170.png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5.png"/><Relationship Id="rId3" Type="http://schemas.openxmlformats.org/officeDocument/2006/relationships/image" Target="../media/image151.png"/><Relationship Id="rId2" Type="http://schemas.openxmlformats.org/officeDocument/2006/relationships/image" Target="../media/image91.png"/><Relationship Id="rId12" Type="http://schemas.openxmlformats.org/officeDocument/2006/relationships/notesSlide" Target="../notesSlides/notesSlide13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7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7.png"/><Relationship Id="rId8" Type="http://schemas.openxmlformats.org/officeDocument/2006/relationships/image" Target="../media/image176.png"/><Relationship Id="rId7" Type="http://schemas.openxmlformats.org/officeDocument/2006/relationships/image" Target="../media/image175.png"/><Relationship Id="rId6" Type="http://schemas.openxmlformats.org/officeDocument/2006/relationships/image" Target="../media/image17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8" Type="http://schemas.openxmlformats.org/officeDocument/2006/relationships/notesSlide" Target="../notesSlides/notesSlide14.xml"/><Relationship Id="rId17" Type="http://schemas.openxmlformats.org/officeDocument/2006/relationships/slideLayout" Target="../slideLayouts/slideLayout1.xml"/><Relationship Id="rId16" Type="http://schemas.openxmlformats.org/officeDocument/2006/relationships/image" Target="../media/image15.png"/><Relationship Id="rId15" Type="http://schemas.openxmlformats.org/officeDocument/2006/relationships/image" Target="../media/image183.png"/><Relationship Id="rId14" Type="http://schemas.openxmlformats.org/officeDocument/2006/relationships/image" Target="../media/image182.png"/><Relationship Id="rId13" Type="http://schemas.openxmlformats.org/officeDocument/2006/relationships/image" Target="../media/image181.png"/><Relationship Id="rId12" Type="http://schemas.openxmlformats.org/officeDocument/2006/relationships/image" Target="../media/image180.png"/><Relationship Id="rId11" Type="http://schemas.openxmlformats.org/officeDocument/2006/relationships/image" Target="../media/image179.png"/><Relationship Id="rId10" Type="http://schemas.openxmlformats.org/officeDocument/2006/relationships/image" Target="../media/image178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6.png"/><Relationship Id="rId8" Type="http://schemas.openxmlformats.org/officeDocument/2006/relationships/image" Target="../media/image185.png"/><Relationship Id="rId7" Type="http://schemas.openxmlformats.org/officeDocument/2006/relationships/image" Target="../media/image171.png"/><Relationship Id="rId6" Type="http://schemas.openxmlformats.org/officeDocument/2006/relationships/image" Target="../media/image170.png"/><Relationship Id="rId5" Type="http://schemas.openxmlformats.org/officeDocument/2006/relationships/image" Target="../media/image184.png"/><Relationship Id="rId4" Type="http://schemas.openxmlformats.org/officeDocument/2006/relationships/image" Target="../media/image22.png"/><Relationship Id="rId30" Type="http://schemas.openxmlformats.org/officeDocument/2006/relationships/notesSlide" Target="../notesSlides/notesSlide15.xml"/><Relationship Id="rId3" Type="http://schemas.openxmlformats.org/officeDocument/2006/relationships/image" Target="../media/image92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15.png"/><Relationship Id="rId27" Type="http://schemas.openxmlformats.org/officeDocument/2006/relationships/image" Target="../media/image202.png"/><Relationship Id="rId26" Type="http://schemas.openxmlformats.org/officeDocument/2006/relationships/image" Target="../media/image201.png"/><Relationship Id="rId25" Type="http://schemas.openxmlformats.org/officeDocument/2006/relationships/image" Target="../media/image200.png"/><Relationship Id="rId24" Type="http://schemas.openxmlformats.org/officeDocument/2006/relationships/image" Target="../media/image199.png"/><Relationship Id="rId23" Type="http://schemas.openxmlformats.org/officeDocument/2006/relationships/image" Target="../media/image198.png"/><Relationship Id="rId22" Type="http://schemas.openxmlformats.org/officeDocument/2006/relationships/image" Target="../media/image197.png"/><Relationship Id="rId21" Type="http://schemas.openxmlformats.org/officeDocument/2006/relationships/image" Target="../media/image196.png"/><Relationship Id="rId20" Type="http://schemas.openxmlformats.org/officeDocument/2006/relationships/image" Target="../media/image195.png"/><Relationship Id="rId2" Type="http://schemas.openxmlformats.org/officeDocument/2006/relationships/image" Target="../media/image91.png"/><Relationship Id="rId19" Type="http://schemas.openxmlformats.org/officeDocument/2006/relationships/image" Target="../media/image194.png"/><Relationship Id="rId18" Type="http://schemas.openxmlformats.org/officeDocument/2006/relationships/image" Target="../media/image193.png"/><Relationship Id="rId17" Type="http://schemas.openxmlformats.org/officeDocument/2006/relationships/image" Target="../media/image192.png"/><Relationship Id="rId16" Type="http://schemas.openxmlformats.org/officeDocument/2006/relationships/image" Target="../media/image191.png"/><Relationship Id="rId15" Type="http://schemas.openxmlformats.org/officeDocument/2006/relationships/image" Target="../media/image173.png"/><Relationship Id="rId14" Type="http://schemas.openxmlformats.org/officeDocument/2006/relationships/image" Target="../media/image172.png"/><Relationship Id="rId13" Type="http://schemas.openxmlformats.org/officeDocument/2006/relationships/image" Target="../media/image190.png"/><Relationship Id="rId12" Type="http://schemas.openxmlformats.org/officeDocument/2006/relationships/image" Target="../media/image189.png"/><Relationship Id="rId11" Type="http://schemas.openxmlformats.org/officeDocument/2006/relationships/image" Target="../media/image188.png"/><Relationship Id="rId10" Type="http://schemas.openxmlformats.org/officeDocument/2006/relationships/image" Target="../media/image187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3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4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6.png"/><Relationship Id="rId4" Type="http://schemas.openxmlformats.org/officeDocument/2006/relationships/image" Target="../media/image205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9.png"/><Relationship Id="rId3" Type="http://schemas.openxmlformats.org/officeDocument/2006/relationships/image" Target="../media/image22.png"/><Relationship Id="rId2" Type="http://schemas.openxmlformats.org/officeDocument/2006/relationships/image" Target="../media/image91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2.png"/><Relationship Id="rId8" Type="http://schemas.openxmlformats.org/officeDocument/2006/relationships/image" Target="../media/image211.png"/><Relationship Id="rId7" Type="http://schemas.openxmlformats.org/officeDocument/2006/relationships/image" Target="../media/image210.png"/><Relationship Id="rId6" Type="http://schemas.openxmlformats.org/officeDocument/2006/relationships/image" Target="../media/image15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2" Type="http://schemas.openxmlformats.org/officeDocument/2006/relationships/notesSlide" Target="../notesSlides/notesSlide21.xml"/><Relationship Id="rId21" Type="http://schemas.openxmlformats.org/officeDocument/2006/relationships/slideLayout" Target="../slideLayouts/slideLayout1.xml"/><Relationship Id="rId20" Type="http://schemas.openxmlformats.org/officeDocument/2006/relationships/image" Target="../media/image223.png"/><Relationship Id="rId2" Type="http://schemas.openxmlformats.org/officeDocument/2006/relationships/image" Target="../media/image19.png"/><Relationship Id="rId19" Type="http://schemas.openxmlformats.org/officeDocument/2006/relationships/image" Target="../media/image222.png"/><Relationship Id="rId18" Type="http://schemas.openxmlformats.org/officeDocument/2006/relationships/image" Target="../media/image221.png"/><Relationship Id="rId17" Type="http://schemas.openxmlformats.org/officeDocument/2006/relationships/image" Target="../media/image220.png"/><Relationship Id="rId16" Type="http://schemas.openxmlformats.org/officeDocument/2006/relationships/image" Target="../media/image219.png"/><Relationship Id="rId15" Type="http://schemas.openxmlformats.org/officeDocument/2006/relationships/image" Target="../media/image218.png"/><Relationship Id="rId14" Type="http://schemas.openxmlformats.org/officeDocument/2006/relationships/image" Target="../media/image217.png"/><Relationship Id="rId13" Type="http://schemas.openxmlformats.org/officeDocument/2006/relationships/image" Target="../media/image216.png"/><Relationship Id="rId12" Type="http://schemas.openxmlformats.org/officeDocument/2006/relationships/image" Target="../media/image215.png"/><Relationship Id="rId11" Type="http://schemas.openxmlformats.org/officeDocument/2006/relationships/image" Target="../media/image214.png"/><Relationship Id="rId10" Type="http://schemas.openxmlformats.org/officeDocument/2006/relationships/image" Target="../media/image213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8.png"/><Relationship Id="rId8" Type="http://schemas.openxmlformats.org/officeDocument/2006/relationships/image" Target="../media/image227.png"/><Relationship Id="rId7" Type="http://schemas.openxmlformats.org/officeDocument/2006/relationships/image" Target="../media/image226.png"/><Relationship Id="rId6" Type="http://schemas.openxmlformats.org/officeDocument/2006/relationships/image" Target="../media/image225.png"/><Relationship Id="rId5" Type="http://schemas.openxmlformats.org/officeDocument/2006/relationships/image" Target="../media/image22.png"/><Relationship Id="rId4" Type="http://schemas.openxmlformats.org/officeDocument/2006/relationships/image" Target="../media/image224.png"/><Relationship Id="rId33" Type="http://schemas.openxmlformats.org/officeDocument/2006/relationships/notesSlide" Target="../notesSlides/notesSlide22.xml"/><Relationship Id="rId32" Type="http://schemas.openxmlformats.org/officeDocument/2006/relationships/slideLayout" Target="../slideLayouts/slideLayout1.xml"/><Relationship Id="rId31" Type="http://schemas.openxmlformats.org/officeDocument/2006/relationships/image" Target="../media/image15.png"/><Relationship Id="rId30" Type="http://schemas.openxmlformats.org/officeDocument/2006/relationships/image" Target="../media/image249.png"/><Relationship Id="rId3" Type="http://schemas.openxmlformats.org/officeDocument/2006/relationships/image" Target="../media/image92.png"/><Relationship Id="rId29" Type="http://schemas.openxmlformats.org/officeDocument/2006/relationships/image" Target="../media/image248.png"/><Relationship Id="rId28" Type="http://schemas.openxmlformats.org/officeDocument/2006/relationships/image" Target="../media/image247.png"/><Relationship Id="rId27" Type="http://schemas.openxmlformats.org/officeDocument/2006/relationships/image" Target="../media/image246.png"/><Relationship Id="rId26" Type="http://schemas.openxmlformats.org/officeDocument/2006/relationships/image" Target="../media/image245.png"/><Relationship Id="rId25" Type="http://schemas.openxmlformats.org/officeDocument/2006/relationships/image" Target="../media/image244.png"/><Relationship Id="rId24" Type="http://schemas.openxmlformats.org/officeDocument/2006/relationships/image" Target="../media/image243.png"/><Relationship Id="rId23" Type="http://schemas.openxmlformats.org/officeDocument/2006/relationships/image" Target="../media/image242.png"/><Relationship Id="rId22" Type="http://schemas.openxmlformats.org/officeDocument/2006/relationships/image" Target="../media/image241.png"/><Relationship Id="rId21" Type="http://schemas.openxmlformats.org/officeDocument/2006/relationships/image" Target="../media/image240.png"/><Relationship Id="rId20" Type="http://schemas.openxmlformats.org/officeDocument/2006/relationships/image" Target="../media/image239.png"/><Relationship Id="rId2" Type="http://schemas.openxmlformats.org/officeDocument/2006/relationships/image" Target="../media/image91.png"/><Relationship Id="rId19" Type="http://schemas.openxmlformats.org/officeDocument/2006/relationships/image" Target="../media/image238.png"/><Relationship Id="rId18" Type="http://schemas.openxmlformats.org/officeDocument/2006/relationships/image" Target="../media/image237.png"/><Relationship Id="rId17" Type="http://schemas.openxmlformats.org/officeDocument/2006/relationships/image" Target="../media/image236.png"/><Relationship Id="rId16" Type="http://schemas.openxmlformats.org/officeDocument/2006/relationships/image" Target="../media/image235.png"/><Relationship Id="rId15" Type="http://schemas.openxmlformats.org/officeDocument/2006/relationships/image" Target="../media/image234.png"/><Relationship Id="rId14" Type="http://schemas.openxmlformats.org/officeDocument/2006/relationships/image" Target="../media/image233.png"/><Relationship Id="rId13" Type="http://schemas.openxmlformats.org/officeDocument/2006/relationships/image" Target="../media/image232.png"/><Relationship Id="rId12" Type="http://schemas.openxmlformats.org/officeDocument/2006/relationships/image" Target="../media/image231.png"/><Relationship Id="rId11" Type="http://schemas.openxmlformats.org/officeDocument/2006/relationships/image" Target="../media/image230.png"/><Relationship Id="rId10" Type="http://schemas.openxmlformats.org/officeDocument/2006/relationships/image" Target="../media/image229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0" Type="http://schemas.openxmlformats.org/officeDocument/2006/relationships/notesSlide" Target="../notesSlides/notesSlide23.xml"/><Relationship Id="rId2" Type="http://schemas.openxmlformats.org/officeDocument/2006/relationships/image" Target="../media/image1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4.png"/><Relationship Id="rId17" Type="http://schemas.openxmlformats.org/officeDocument/2006/relationships/image" Target="../media/image33.png"/><Relationship Id="rId16" Type="http://schemas.openxmlformats.org/officeDocument/2006/relationships/image" Target="../media/image15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54.png"/><Relationship Id="rId7" Type="http://schemas.openxmlformats.org/officeDocument/2006/relationships/image" Target="../media/image253.png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50.png"/><Relationship Id="rId3" Type="http://schemas.openxmlformats.org/officeDocument/2006/relationships/image" Target="../media/image36.png"/><Relationship Id="rId20" Type="http://schemas.openxmlformats.org/officeDocument/2006/relationships/notesSlide" Target="../notesSlides/notesSlide24.xml"/><Relationship Id="rId2" Type="http://schemas.openxmlformats.org/officeDocument/2006/relationships/image" Target="../media/image9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261.png"/><Relationship Id="rId16" Type="http://schemas.openxmlformats.org/officeDocument/2006/relationships/image" Target="../media/image15.png"/><Relationship Id="rId15" Type="http://schemas.openxmlformats.org/officeDocument/2006/relationships/image" Target="../media/image260.png"/><Relationship Id="rId14" Type="http://schemas.openxmlformats.org/officeDocument/2006/relationships/image" Target="../media/image259.png"/><Relationship Id="rId13" Type="http://schemas.openxmlformats.org/officeDocument/2006/relationships/image" Target="../media/image258.png"/><Relationship Id="rId12" Type="http://schemas.openxmlformats.org/officeDocument/2006/relationships/image" Target="../media/image257.png"/><Relationship Id="rId11" Type="http://schemas.openxmlformats.org/officeDocument/2006/relationships/image" Target="../media/image256.png"/><Relationship Id="rId10" Type="http://schemas.openxmlformats.org/officeDocument/2006/relationships/image" Target="../media/image255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5.png"/><Relationship Id="rId8" Type="http://schemas.openxmlformats.org/officeDocument/2006/relationships/image" Target="../media/image264.png"/><Relationship Id="rId7" Type="http://schemas.openxmlformats.org/officeDocument/2006/relationships/image" Target="../media/image263.png"/><Relationship Id="rId6" Type="http://schemas.openxmlformats.org/officeDocument/2006/relationships/image" Target="../media/image26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3" Type="http://schemas.openxmlformats.org/officeDocument/2006/relationships/notesSlide" Target="../notesSlides/notesSlide25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15.png"/><Relationship Id="rId20" Type="http://schemas.openxmlformats.org/officeDocument/2006/relationships/image" Target="../media/image276.png"/><Relationship Id="rId2" Type="http://schemas.openxmlformats.org/officeDocument/2006/relationships/image" Target="../media/image19.png"/><Relationship Id="rId19" Type="http://schemas.openxmlformats.org/officeDocument/2006/relationships/image" Target="../media/image275.png"/><Relationship Id="rId18" Type="http://schemas.openxmlformats.org/officeDocument/2006/relationships/image" Target="../media/image274.png"/><Relationship Id="rId17" Type="http://schemas.openxmlformats.org/officeDocument/2006/relationships/image" Target="../media/image273.png"/><Relationship Id="rId16" Type="http://schemas.openxmlformats.org/officeDocument/2006/relationships/image" Target="../media/image272.png"/><Relationship Id="rId15" Type="http://schemas.openxmlformats.org/officeDocument/2006/relationships/image" Target="../media/image271.png"/><Relationship Id="rId14" Type="http://schemas.openxmlformats.org/officeDocument/2006/relationships/image" Target="../media/image270.png"/><Relationship Id="rId13" Type="http://schemas.openxmlformats.org/officeDocument/2006/relationships/image" Target="../media/image269.png"/><Relationship Id="rId12" Type="http://schemas.openxmlformats.org/officeDocument/2006/relationships/image" Target="../media/image268.png"/><Relationship Id="rId11" Type="http://schemas.openxmlformats.org/officeDocument/2006/relationships/image" Target="../media/image267.png"/><Relationship Id="rId10" Type="http://schemas.openxmlformats.org/officeDocument/2006/relationships/image" Target="../media/image266.png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77.png"/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54.png"/><Relationship Id="rId7" Type="http://schemas.openxmlformats.org/officeDocument/2006/relationships/image" Target="../media/image253.png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50.png"/><Relationship Id="rId3" Type="http://schemas.openxmlformats.org/officeDocument/2006/relationships/image" Target="../media/image36.png"/><Relationship Id="rId20" Type="http://schemas.openxmlformats.org/officeDocument/2006/relationships/notesSlide" Target="../notesSlides/notesSlide27.xml"/><Relationship Id="rId2" Type="http://schemas.openxmlformats.org/officeDocument/2006/relationships/image" Target="../media/image9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261.png"/><Relationship Id="rId16" Type="http://schemas.openxmlformats.org/officeDocument/2006/relationships/image" Target="../media/image15.png"/><Relationship Id="rId15" Type="http://schemas.openxmlformats.org/officeDocument/2006/relationships/image" Target="../media/image260.png"/><Relationship Id="rId14" Type="http://schemas.openxmlformats.org/officeDocument/2006/relationships/image" Target="../media/image259.png"/><Relationship Id="rId13" Type="http://schemas.openxmlformats.org/officeDocument/2006/relationships/image" Target="../media/image258.png"/><Relationship Id="rId12" Type="http://schemas.openxmlformats.org/officeDocument/2006/relationships/image" Target="../media/image257.png"/><Relationship Id="rId11" Type="http://schemas.openxmlformats.org/officeDocument/2006/relationships/image" Target="../media/image256.png"/><Relationship Id="rId10" Type="http://schemas.openxmlformats.org/officeDocument/2006/relationships/image" Target="../media/image255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1.png"/><Relationship Id="rId8" Type="http://schemas.openxmlformats.org/officeDocument/2006/relationships/image" Target="../media/image280.png"/><Relationship Id="rId7" Type="http://schemas.openxmlformats.org/officeDocument/2006/relationships/image" Target="../media/image279.png"/><Relationship Id="rId6" Type="http://schemas.openxmlformats.org/officeDocument/2006/relationships/image" Target="../media/image22.png"/><Relationship Id="rId5" Type="http://schemas.openxmlformats.org/officeDocument/2006/relationships/image" Target="../media/image278.png"/><Relationship Id="rId4" Type="http://schemas.openxmlformats.org/officeDocument/2006/relationships/image" Target="../media/image224.png"/><Relationship Id="rId3" Type="http://schemas.openxmlformats.org/officeDocument/2006/relationships/image" Target="../media/image92.png"/><Relationship Id="rId27" Type="http://schemas.openxmlformats.org/officeDocument/2006/relationships/notesSlide" Target="../notesSlides/notesSlide28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296.png"/><Relationship Id="rId24" Type="http://schemas.openxmlformats.org/officeDocument/2006/relationships/image" Target="../media/image295.png"/><Relationship Id="rId23" Type="http://schemas.openxmlformats.org/officeDocument/2006/relationships/image" Target="../media/image294.png"/><Relationship Id="rId22" Type="http://schemas.openxmlformats.org/officeDocument/2006/relationships/image" Target="../media/image293.png"/><Relationship Id="rId21" Type="http://schemas.openxmlformats.org/officeDocument/2006/relationships/image" Target="../media/image292.png"/><Relationship Id="rId20" Type="http://schemas.openxmlformats.org/officeDocument/2006/relationships/image" Target="../media/image291.png"/><Relationship Id="rId2" Type="http://schemas.openxmlformats.org/officeDocument/2006/relationships/image" Target="../media/image91.png"/><Relationship Id="rId19" Type="http://schemas.openxmlformats.org/officeDocument/2006/relationships/image" Target="../media/image290.png"/><Relationship Id="rId18" Type="http://schemas.openxmlformats.org/officeDocument/2006/relationships/image" Target="../media/image289.png"/><Relationship Id="rId17" Type="http://schemas.openxmlformats.org/officeDocument/2006/relationships/image" Target="../media/image186.png"/><Relationship Id="rId16" Type="http://schemas.openxmlformats.org/officeDocument/2006/relationships/image" Target="../media/image288.png"/><Relationship Id="rId15" Type="http://schemas.openxmlformats.org/officeDocument/2006/relationships/image" Target="../media/image287.png"/><Relationship Id="rId14" Type="http://schemas.openxmlformats.org/officeDocument/2006/relationships/image" Target="../media/image286.png"/><Relationship Id="rId13" Type="http://schemas.openxmlformats.org/officeDocument/2006/relationships/image" Target="../media/image285.png"/><Relationship Id="rId12" Type="http://schemas.openxmlformats.org/officeDocument/2006/relationships/image" Target="../media/image284.png"/><Relationship Id="rId11" Type="http://schemas.openxmlformats.org/officeDocument/2006/relationships/image" Target="../media/image283.png"/><Relationship Id="rId10" Type="http://schemas.openxmlformats.org/officeDocument/2006/relationships/image" Target="../media/image28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54.png"/><Relationship Id="rId7" Type="http://schemas.openxmlformats.org/officeDocument/2006/relationships/image" Target="../media/image253.png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50.png"/><Relationship Id="rId3" Type="http://schemas.openxmlformats.org/officeDocument/2006/relationships/image" Target="../media/image36.png"/><Relationship Id="rId20" Type="http://schemas.openxmlformats.org/officeDocument/2006/relationships/notesSlide" Target="../notesSlides/notesSlide29.xml"/><Relationship Id="rId2" Type="http://schemas.openxmlformats.org/officeDocument/2006/relationships/image" Target="../media/image91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18.svg"/><Relationship Id="rId17" Type="http://schemas.openxmlformats.org/officeDocument/2006/relationships/image" Target="../media/image261.png"/><Relationship Id="rId16" Type="http://schemas.openxmlformats.org/officeDocument/2006/relationships/image" Target="../media/image15.png"/><Relationship Id="rId15" Type="http://schemas.openxmlformats.org/officeDocument/2006/relationships/image" Target="../media/image260.png"/><Relationship Id="rId14" Type="http://schemas.openxmlformats.org/officeDocument/2006/relationships/image" Target="../media/image259.png"/><Relationship Id="rId13" Type="http://schemas.openxmlformats.org/officeDocument/2006/relationships/image" Target="../media/image258.png"/><Relationship Id="rId12" Type="http://schemas.openxmlformats.org/officeDocument/2006/relationships/image" Target="../media/image257.png"/><Relationship Id="rId11" Type="http://schemas.openxmlformats.org/officeDocument/2006/relationships/image" Target="../media/image256.png"/><Relationship Id="rId10" Type="http://schemas.openxmlformats.org/officeDocument/2006/relationships/image" Target="../media/image255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8.png"/><Relationship Id="rId8" Type="http://schemas.openxmlformats.org/officeDocument/2006/relationships/image" Target="../media/image15.png"/><Relationship Id="rId7" Type="http://schemas.openxmlformats.org/officeDocument/2006/relationships/image" Target="../media/image299.png"/><Relationship Id="rId6" Type="http://schemas.openxmlformats.org/officeDocument/2006/relationships/image" Target="../media/image298.png"/><Relationship Id="rId5" Type="http://schemas.openxmlformats.org/officeDocument/2006/relationships/image" Target="../media/image297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2" Type="http://schemas.openxmlformats.org/officeDocument/2006/relationships/notesSlide" Target="../notesSlides/notesSlide30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3.png"/><Relationship Id="rId8" Type="http://schemas.openxmlformats.org/officeDocument/2006/relationships/image" Target="../media/image302.png"/><Relationship Id="rId7" Type="http://schemas.openxmlformats.org/officeDocument/2006/relationships/image" Target="../media/image3.png"/><Relationship Id="rId6" Type="http://schemas.openxmlformats.org/officeDocument/2006/relationships/image" Target="../media/image15.png"/><Relationship Id="rId5" Type="http://schemas.openxmlformats.org/officeDocument/2006/relationships/image" Target="../media/image301.png"/><Relationship Id="rId4" Type="http://schemas.openxmlformats.org/officeDocument/2006/relationships/image" Target="../media/image300.png"/><Relationship Id="rId3" Type="http://schemas.openxmlformats.org/officeDocument/2006/relationships/image" Target="../media/image4.png"/><Relationship Id="rId21" Type="http://schemas.openxmlformats.org/officeDocument/2006/relationships/notesSlide" Target="../notesSlides/notesSlide3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9" Type="http://schemas.openxmlformats.org/officeDocument/2006/relationships/image" Target="../media/image311.png"/><Relationship Id="rId18" Type="http://schemas.openxmlformats.org/officeDocument/2006/relationships/image" Target="../media/image22.png"/><Relationship Id="rId17" Type="http://schemas.openxmlformats.org/officeDocument/2006/relationships/image" Target="../media/image278.png"/><Relationship Id="rId16" Type="http://schemas.openxmlformats.org/officeDocument/2006/relationships/image" Target="../media/image310.png"/><Relationship Id="rId15" Type="http://schemas.openxmlformats.org/officeDocument/2006/relationships/image" Target="../media/image309.png"/><Relationship Id="rId14" Type="http://schemas.openxmlformats.org/officeDocument/2006/relationships/image" Target="../media/image308.png"/><Relationship Id="rId13" Type="http://schemas.openxmlformats.org/officeDocument/2006/relationships/image" Target="../media/image307.png"/><Relationship Id="rId12" Type="http://schemas.openxmlformats.org/officeDocument/2006/relationships/image" Target="../media/image306.png"/><Relationship Id="rId11" Type="http://schemas.openxmlformats.org/officeDocument/2006/relationships/image" Target="../media/image305.png"/><Relationship Id="rId10" Type="http://schemas.openxmlformats.org/officeDocument/2006/relationships/image" Target="../media/image304.png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0" Type="http://schemas.openxmlformats.org/officeDocument/2006/relationships/notesSlide" Target="../notesSlides/notesSlide32.xml"/><Relationship Id="rId2" Type="http://schemas.openxmlformats.org/officeDocument/2006/relationships/image" Target="../media/image19.png"/><Relationship Id="rId19" Type="http://schemas.openxmlformats.org/officeDocument/2006/relationships/slideLayout" Target="../slideLayouts/slideLayout1.xml"/><Relationship Id="rId18" Type="http://schemas.openxmlformats.org/officeDocument/2006/relationships/image" Target="../media/image34.png"/><Relationship Id="rId17" Type="http://schemas.openxmlformats.org/officeDocument/2006/relationships/image" Target="../media/image33.png"/><Relationship Id="rId16" Type="http://schemas.openxmlformats.org/officeDocument/2006/relationships/image" Target="../media/image15.png"/><Relationship Id="rId15" Type="http://schemas.openxmlformats.org/officeDocument/2006/relationships/image" Target="../media/image32.png"/><Relationship Id="rId14" Type="http://schemas.openxmlformats.org/officeDocument/2006/relationships/image" Target="../media/image31.png"/><Relationship Id="rId13" Type="http://schemas.openxmlformats.org/officeDocument/2006/relationships/image" Target="../media/image30.png"/><Relationship Id="rId12" Type="http://schemas.openxmlformats.org/officeDocument/2006/relationships/image" Target="../media/image29.png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314.png"/><Relationship Id="rId7" Type="http://schemas.openxmlformats.org/officeDocument/2006/relationships/image" Target="../media/image313.png"/><Relationship Id="rId6" Type="http://schemas.openxmlformats.org/officeDocument/2006/relationships/image" Target="../media/image31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7" Type="http://schemas.openxmlformats.org/officeDocument/2006/relationships/notesSlide" Target="../notesSlides/notesSlide33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329.png"/><Relationship Id="rId24" Type="http://schemas.openxmlformats.org/officeDocument/2006/relationships/image" Target="../media/image15.png"/><Relationship Id="rId23" Type="http://schemas.openxmlformats.org/officeDocument/2006/relationships/image" Target="../media/image328.png"/><Relationship Id="rId22" Type="http://schemas.openxmlformats.org/officeDocument/2006/relationships/image" Target="../media/image327.png"/><Relationship Id="rId21" Type="http://schemas.openxmlformats.org/officeDocument/2006/relationships/image" Target="../media/image326.png"/><Relationship Id="rId20" Type="http://schemas.openxmlformats.org/officeDocument/2006/relationships/image" Target="../media/image325.png"/><Relationship Id="rId2" Type="http://schemas.openxmlformats.org/officeDocument/2006/relationships/image" Target="../media/image19.png"/><Relationship Id="rId19" Type="http://schemas.openxmlformats.org/officeDocument/2006/relationships/image" Target="../media/image324.png"/><Relationship Id="rId18" Type="http://schemas.openxmlformats.org/officeDocument/2006/relationships/image" Target="../media/image323.png"/><Relationship Id="rId17" Type="http://schemas.openxmlformats.org/officeDocument/2006/relationships/image" Target="../media/image322.png"/><Relationship Id="rId16" Type="http://schemas.openxmlformats.org/officeDocument/2006/relationships/image" Target="../media/image321.png"/><Relationship Id="rId15" Type="http://schemas.openxmlformats.org/officeDocument/2006/relationships/image" Target="../media/image320.png"/><Relationship Id="rId14" Type="http://schemas.openxmlformats.org/officeDocument/2006/relationships/image" Target="../media/image319.png"/><Relationship Id="rId13" Type="http://schemas.openxmlformats.org/officeDocument/2006/relationships/image" Target="../media/image318.png"/><Relationship Id="rId12" Type="http://schemas.openxmlformats.org/officeDocument/2006/relationships/image" Target="../media/image317.png"/><Relationship Id="rId11" Type="http://schemas.openxmlformats.org/officeDocument/2006/relationships/image" Target="../media/image316.png"/><Relationship Id="rId10" Type="http://schemas.openxmlformats.org/officeDocument/2006/relationships/image" Target="../media/image315.png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3.png"/><Relationship Id="rId8" Type="http://schemas.openxmlformats.org/officeDocument/2006/relationships/image" Target="../media/image332.png"/><Relationship Id="rId7" Type="http://schemas.openxmlformats.org/officeDocument/2006/relationships/image" Target="../media/image331.png"/><Relationship Id="rId6" Type="http://schemas.openxmlformats.org/officeDocument/2006/relationships/image" Target="../media/image330.png"/><Relationship Id="rId5" Type="http://schemas.openxmlformats.org/officeDocument/2006/relationships/image" Target="../media/image22.png"/><Relationship Id="rId4" Type="http://schemas.openxmlformats.org/officeDocument/2006/relationships/image" Target="../media/image37.png"/><Relationship Id="rId34" Type="http://schemas.openxmlformats.org/officeDocument/2006/relationships/notesSlide" Target="../notesSlides/notesSlide34.x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18.svg"/><Relationship Id="rId31" Type="http://schemas.openxmlformats.org/officeDocument/2006/relationships/image" Target="../media/image261.png"/><Relationship Id="rId30" Type="http://schemas.openxmlformats.org/officeDocument/2006/relationships/image" Target="../media/image353.png"/><Relationship Id="rId3" Type="http://schemas.openxmlformats.org/officeDocument/2006/relationships/image" Target="../media/image36.png"/><Relationship Id="rId29" Type="http://schemas.openxmlformats.org/officeDocument/2006/relationships/image" Target="../media/image352.png"/><Relationship Id="rId28" Type="http://schemas.openxmlformats.org/officeDocument/2006/relationships/image" Target="../media/image351.png"/><Relationship Id="rId27" Type="http://schemas.openxmlformats.org/officeDocument/2006/relationships/image" Target="../media/image350.png"/><Relationship Id="rId26" Type="http://schemas.openxmlformats.org/officeDocument/2006/relationships/image" Target="../media/image349.png"/><Relationship Id="rId25" Type="http://schemas.openxmlformats.org/officeDocument/2006/relationships/image" Target="../media/image348.png"/><Relationship Id="rId24" Type="http://schemas.openxmlformats.org/officeDocument/2006/relationships/image" Target="../media/image347.png"/><Relationship Id="rId23" Type="http://schemas.openxmlformats.org/officeDocument/2006/relationships/image" Target="../media/image346.png"/><Relationship Id="rId22" Type="http://schemas.openxmlformats.org/officeDocument/2006/relationships/image" Target="../media/image345.png"/><Relationship Id="rId21" Type="http://schemas.openxmlformats.org/officeDocument/2006/relationships/image" Target="../media/image344.png"/><Relationship Id="rId20" Type="http://schemas.openxmlformats.org/officeDocument/2006/relationships/image" Target="../media/image343.png"/><Relationship Id="rId2" Type="http://schemas.openxmlformats.org/officeDocument/2006/relationships/image" Target="../media/image91.png"/><Relationship Id="rId19" Type="http://schemas.openxmlformats.org/officeDocument/2006/relationships/image" Target="../media/image342.png"/><Relationship Id="rId18" Type="http://schemas.openxmlformats.org/officeDocument/2006/relationships/image" Target="../media/image341.png"/><Relationship Id="rId17" Type="http://schemas.openxmlformats.org/officeDocument/2006/relationships/image" Target="../media/image340.png"/><Relationship Id="rId16" Type="http://schemas.openxmlformats.org/officeDocument/2006/relationships/image" Target="../media/image339.png"/><Relationship Id="rId15" Type="http://schemas.openxmlformats.org/officeDocument/2006/relationships/image" Target="../media/image338.png"/><Relationship Id="rId14" Type="http://schemas.openxmlformats.org/officeDocument/2006/relationships/image" Target="../media/image337.png"/><Relationship Id="rId13" Type="http://schemas.openxmlformats.org/officeDocument/2006/relationships/image" Target="../media/image336.png"/><Relationship Id="rId12" Type="http://schemas.openxmlformats.org/officeDocument/2006/relationships/image" Target="../media/image40.png"/><Relationship Id="rId11" Type="http://schemas.openxmlformats.org/officeDocument/2006/relationships/image" Target="../media/image335.png"/><Relationship Id="rId10" Type="http://schemas.openxmlformats.org/officeDocument/2006/relationships/image" Target="../media/image334.png"/><Relationship Id="rId1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9" Type="http://schemas.openxmlformats.org/officeDocument/2006/relationships/notesSlide" Target="../notesSlides/notesSlide35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34.png"/><Relationship Id="rId16" Type="http://schemas.openxmlformats.org/officeDocument/2006/relationships/image" Target="../media/image33.png"/><Relationship Id="rId15" Type="http://schemas.openxmlformats.org/officeDocument/2006/relationships/image" Target="../media/image15.pn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57.png"/><Relationship Id="rId8" Type="http://schemas.openxmlformats.org/officeDocument/2006/relationships/image" Target="../media/image356.png"/><Relationship Id="rId7" Type="http://schemas.openxmlformats.org/officeDocument/2006/relationships/image" Target="../media/image355.png"/><Relationship Id="rId6" Type="http://schemas.openxmlformats.org/officeDocument/2006/relationships/image" Target="../media/image354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7" Type="http://schemas.openxmlformats.org/officeDocument/2006/relationships/notesSlide" Target="../notesSlides/notesSlide36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15.png"/><Relationship Id="rId14" Type="http://schemas.openxmlformats.org/officeDocument/2006/relationships/image" Target="../media/image246.png"/><Relationship Id="rId13" Type="http://schemas.openxmlformats.org/officeDocument/2006/relationships/image" Target="../media/image361.png"/><Relationship Id="rId12" Type="http://schemas.openxmlformats.org/officeDocument/2006/relationships/image" Target="../media/image360.png"/><Relationship Id="rId11" Type="http://schemas.openxmlformats.org/officeDocument/2006/relationships/image" Target="../media/image359.png"/><Relationship Id="rId10" Type="http://schemas.openxmlformats.org/officeDocument/2006/relationships/image" Target="../media/image358.png"/><Relationship Id="rId1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2.png"/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9.png"/><Relationship Id="rId8" Type="http://schemas.openxmlformats.org/officeDocument/2006/relationships/image" Target="../media/image368.png"/><Relationship Id="rId7" Type="http://schemas.openxmlformats.org/officeDocument/2006/relationships/image" Target="../media/image367.png"/><Relationship Id="rId6" Type="http://schemas.openxmlformats.org/officeDocument/2006/relationships/image" Target="../media/image366.png"/><Relationship Id="rId5" Type="http://schemas.openxmlformats.org/officeDocument/2006/relationships/image" Target="../media/image365.png"/><Relationship Id="rId4" Type="http://schemas.openxmlformats.org/officeDocument/2006/relationships/image" Target="../media/image37.png"/><Relationship Id="rId3" Type="http://schemas.openxmlformats.org/officeDocument/2006/relationships/image" Target="../media/image364.png"/><Relationship Id="rId2" Type="http://schemas.openxmlformats.org/officeDocument/2006/relationships/image" Target="../media/image363.png"/><Relationship Id="rId16" Type="http://schemas.openxmlformats.org/officeDocument/2006/relationships/notesSlide" Target="../notesSlides/notesSlide38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371.png"/><Relationship Id="rId13" Type="http://schemas.openxmlformats.org/officeDocument/2006/relationships/image" Target="../media/image18.svg"/><Relationship Id="rId12" Type="http://schemas.openxmlformats.org/officeDocument/2006/relationships/image" Target="../media/image261.png"/><Relationship Id="rId11" Type="http://schemas.openxmlformats.org/officeDocument/2006/relationships/image" Target="../media/image370.png"/><Relationship Id="rId10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28" y="4054428"/>
            <a:ext cx="882744" cy="882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219" y="1372238"/>
            <a:ext cx="1654541" cy="96074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832" y="1391416"/>
            <a:ext cx="1017014" cy="101701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6771" y="2712584"/>
            <a:ext cx="1972384" cy="72565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0" y="1371600"/>
            <a:ext cx="38100" cy="38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2400300"/>
            <a:ext cx="38100" cy="38100"/>
          </a:xfrm>
          <a:prstGeom prst="rect">
            <a:avLst/>
          </a:prstGeom>
        </p:spPr>
      </p:pic>
      <p:grpSp>
        <p:nvGrpSpPr>
          <p:cNvPr id="36" name="组合 35"/>
          <p:cNvGrpSpPr/>
          <p:nvPr/>
        </p:nvGrpSpPr>
        <p:grpSpPr>
          <a:xfrm>
            <a:off x="7602766" y="4474545"/>
            <a:ext cx="1658545" cy="453108"/>
            <a:chOff x="4875568" y="4457700"/>
            <a:chExt cx="1658545" cy="453108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875568" y="4457862"/>
              <a:ext cx="1658545" cy="452946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876800" y="4457700"/>
              <a:ext cx="38100" cy="38100"/>
            </a:xfrm>
            <a:prstGeom prst="rect">
              <a:avLst/>
            </a:prstGeom>
          </p:spPr>
        </p:pic>
      </p:grpSp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38400" y="3429000"/>
            <a:ext cx="38100" cy="381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0138" y="3700054"/>
            <a:ext cx="381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4521" y="4762500"/>
            <a:ext cx="114300" cy="114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34471" y="4762500"/>
            <a:ext cx="114300" cy="1143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28545" y="4762500"/>
            <a:ext cx="114300" cy="114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66445" y="6267450"/>
            <a:ext cx="381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1" name="Text 1"/>
          <p:cNvSpPr/>
          <p:nvPr/>
        </p:nvSpPr>
        <p:spPr>
          <a:xfrm>
            <a:off x="4450080" y="1207470"/>
            <a:ext cx="3291840" cy="1000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6600" b="1" kern="0" spc="-108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endParaRPr lang="en-US" sz="6000" dirty="0">
              <a:solidFill>
                <a:schemeClr val="accent2"/>
              </a:solidFill>
            </a:endParaRPr>
          </a:p>
        </p:txBody>
      </p:sp>
      <p:sp>
        <p:nvSpPr>
          <p:cNvPr id="22" name="Text 2"/>
          <p:cNvSpPr/>
          <p:nvPr/>
        </p:nvSpPr>
        <p:spPr>
          <a:xfrm>
            <a:off x="6469365" y="1447800"/>
            <a:ext cx="822960" cy="1000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23" name="Text 3"/>
          <p:cNvSpPr/>
          <p:nvPr/>
        </p:nvSpPr>
        <p:spPr>
          <a:xfrm>
            <a:off x="-213360" y="2511425"/>
            <a:ext cx="1261872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Made </a:t>
            </a:r>
            <a:r>
              <a:rPr lang="en-US" sz="3600" b="1" dirty="0">
                <a:solidFill>
                  <a:schemeClr val="bg2">
                    <a:lumMod val="5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for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36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lang="en-US" sz="36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36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OS</a:t>
            </a:r>
            <a:endParaRPr lang="en-US" sz="3600" dirty="0">
              <a:solidFill>
                <a:schemeClr val="accent6"/>
              </a:solidFill>
            </a:endParaRPr>
          </a:p>
        </p:txBody>
      </p:sp>
      <p:sp>
        <p:nvSpPr>
          <p:cNvPr id="24" name="Text 4"/>
          <p:cNvSpPr/>
          <p:nvPr/>
        </p:nvSpPr>
        <p:spPr>
          <a:xfrm>
            <a:off x="4656919" y="3146462"/>
            <a:ext cx="411480" cy="3143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4799341" y="3179800"/>
            <a:ext cx="1828800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 err="1">
                <a:solidFill>
                  <a:srgbClr val="60A5FA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Language.</a:t>
            </a:r>
            <a:r>
              <a:rPr lang="en-US" sz="15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new</a:t>
            </a:r>
            <a:endParaRPr lang="en-US" sz="1500" dirty="0">
              <a:solidFill>
                <a:schemeClr val="accent6">
                  <a:lumMod val="60000"/>
                  <a:lumOff val="40000"/>
                </a:schemeClr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348559" y="3184562"/>
            <a:ext cx="228600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(</a:t>
            </a:r>
            <a:endParaRPr lang="en-US" sz="15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363699" y="3184562"/>
            <a:ext cx="914400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“Auto”</a:t>
            </a:r>
            <a:endParaRPr lang="en-US" sz="1500" dirty="0">
              <a:solidFill>
                <a:schemeClr val="accent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Text 8"/>
          <p:cNvSpPr/>
          <p:nvPr/>
        </p:nvSpPr>
        <p:spPr>
          <a:xfrm>
            <a:off x="7080129" y="3189324"/>
            <a:ext cx="228600" cy="2381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)</a:t>
            </a:r>
            <a:endParaRPr lang="en-US" sz="1500" dirty="0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  <a:cs typeface="Source Code Pro" pitchFamily="34" charset="-120"/>
            </a:endParaRPr>
          </a:p>
        </p:txBody>
      </p:sp>
      <p:sp>
        <p:nvSpPr>
          <p:cNvPr id="29" name="Text 9"/>
          <p:cNvSpPr/>
          <p:nvPr/>
        </p:nvSpPr>
        <p:spPr>
          <a:xfrm>
            <a:off x="4076700" y="4392925"/>
            <a:ext cx="4038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</a:t>
            </a:r>
            <a:r>
              <a:rPr lang="en-US" sz="15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从群众中来，到群众中去</a:t>
            </a: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”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3966046" y="470535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Made BY AI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5206618" y="470535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Made FOR AI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Text 12"/>
          <p:cNvSpPr/>
          <p:nvPr/>
        </p:nvSpPr>
        <p:spPr>
          <a:xfrm>
            <a:off x="6608862" y="470535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F9A8D4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Made OF AI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4795760" y="6172200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2026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5725206" y="6172200"/>
            <a:ext cx="1384644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zh-CN" altLang="en-US" sz="1200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</a:rPr>
              <a:t>赵普明</a:t>
            </a:r>
            <a:r>
              <a:rPr lang="en-US" altLang="zh-CN" sz="1200" dirty="0">
                <a:solidFill>
                  <a:srgbClr val="9CA3AF"/>
                </a:solidFill>
                <a:latin typeface="黑体" panose="02010609060101010101" charset="-122"/>
                <a:ea typeface="黑体" panose="02010609060101010101" charset="-122"/>
              </a:rPr>
              <a:t>@</a:t>
            </a:r>
            <a:r>
              <a:rPr lang="zh-CN" altLang="en-US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</a:rPr>
              <a:t>索维软件</a:t>
            </a:r>
            <a:endParaRPr lang="en-US" sz="1200" dirty="0">
              <a:solidFill>
                <a:schemeClr val="accent6"/>
              </a:solidFill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71145" y="5360356"/>
            <a:ext cx="1040444" cy="1040444"/>
          </a:xfrm>
          <a:prstGeom prst="rect">
            <a:avLst/>
          </a:prstGeom>
        </p:spPr>
      </p:pic>
      <p:grpSp>
        <p:nvGrpSpPr>
          <p:cNvPr id="38" name="组合 37"/>
          <p:cNvGrpSpPr/>
          <p:nvPr/>
        </p:nvGrpSpPr>
        <p:grpSpPr>
          <a:xfrm>
            <a:off x="8962941" y="5314865"/>
            <a:ext cx="1054376" cy="1085935"/>
            <a:chOff x="5418879" y="1488666"/>
            <a:chExt cx="1350497" cy="1350497"/>
          </a:xfrm>
        </p:grpSpPr>
        <p:sp>
          <p:nvSpPr>
            <p:cNvPr id="39" name="椭圆 38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0" name="图形 39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/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/>
          <p:cNvSpPr/>
          <p:nvPr/>
        </p:nvSpPr>
        <p:spPr>
          <a:xfrm>
            <a:off x="1130377" y="1547813"/>
            <a:ext cx="1464777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Made by AI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黑体" panose="02010609060101010101" charset="-122"/>
                <a:ea typeface="黑体" panose="02010609060101010101" charset="-122"/>
                <a:cs typeface="ui-sans-serif" pitchFamily="34" charset="-120"/>
              </a:rPr>
              <a:t>Made For AI</a:t>
            </a:r>
            <a:endParaRPr lang="en-US" sz="12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/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AI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与</a:t>
            </a: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OS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到跨行业应用，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语言将扩展至汽车、机器人和通用应用开发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黑体" panose="02010609060101010101" charset="-122"/>
              <a:ea typeface="黑体" panose="02010609060101010101" charset="-122"/>
              <a:cs typeface="Source Code Pro" pitchFamily="34" charset="-120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outline</a:t>
            </a:r>
            <a:endParaRPr lang="en-US" sz="1050" dirty="0">
              <a:solidFill>
                <a:srgbClr val="60A5FA"/>
              </a:solidFill>
              <a:latin typeface="黑体" panose="02010609060101010101" charset="-122"/>
              <a:ea typeface="黑体" panose="02010609060101010101" charset="-122"/>
              <a:cs typeface="Source Code Pro" pitchFamily="34" charset="-120"/>
            </a:endParaRPr>
          </a:p>
        </p:txBody>
      </p:sp>
      <p:sp>
        <p:nvSpPr>
          <p:cNvPr id="40" name="Text 20"/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</a:t>
            </a:r>
            <a:r>
              <a:rPr lang="en-US" sz="1050" dirty="0">
                <a:solidFill>
                  <a:srgbClr val="FACC15"/>
                </a:solidFill>
                <a:latin typeface="黑体" panose="02010609060101010101" charset="-122"/>
                <a:ea typeface="黑体" panose="02010609060101010101" charset="-122"/>
                <a:cs typeface="Source Code Pro" pitchFamily="34" charset="-120"/>
              </a:rPr>
              <a:t>2026</a:t>
            </a: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/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 – </a:t>
            </a:r>
            <a:r>
              <a:rPr lang="en-US" altLang="zh-CN" sz="2700" b="1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编程语言开放社区（</a:t>
            </a:r>
            <a:r>
              <a:rPr lang="en-US" altLang="zh-CN" sz="27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PLOC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）</a:t>
            </a:r>
            <a:endParaRPr lang="en-US" sz="2700" dirty="0"/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3662" y="1321292"/>
            <a:ext cx="6588863" cy="4215416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71145" y="5360356"/>
            <a:ext cx="1040444" cy="1040444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609600" y="5337610"/>
            <a:ext cx="1054376" cy="1085935"/>
            <a:chOff x="5418879" y="1488666"/>
            <a:chExt cx="1350497" cy="1350497"/>
          </a:xfrm>
        </p:grpSpPr>
        <p:sp>
          <p:nvSpPr>
            <p:cNvPr id="54" name="椭圆 53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5" name="图形 54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8642" y="4621138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1721" y="2735717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 – </a:t>
            </a:r>
            <a:r>
              <a:rPr lang="en-US" altLang="zh-CN" sz="2700" b="1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: </a:t>
            </a:r>
            <a:r>
              <a:rPr lang="en-US" altLang="zh-CN" sz="27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Simpler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altLang="zh-CN" sz="27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Rust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, </a:t>
            </a:r>
            <a:r>
              <a:rPr lang="en-US" altLang="zh-CN" sz="27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Better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altLang="zh-CN" sz="2700" b="1" dirty="0">
                <a:solidFill>
                  <a:srgbClr val="FFC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</a:t>
            </a:r>
            <a:endParaRPr lang="en-US" sz="2700" dirty="0">
              <a:solidFill>
                <a:srgbClr val="FFC000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95825" y="2683421"/>
            <a:ext cx="2342051" cy="2342051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10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06910" y="1587496"/>
            <a:ext cx="4160490" cy="762000"/>
          </a:xfrm>
          <a:prstGeom prst="rect">
            <a:avLst/>
          </a:prstGeom>
        </p:spPr>
      </p:pic>
      <p:pic>
        <p:nvPicPr>
          <p:cNvPr id="11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50195" y="1739896"/>
            <a:ext cx="304800" cy="304800"/>
          </a:xfrm>
          <a:prstGeom prst="rect">
            <a:avLst/>
          </a:prstGeom>
        </p:spPr>
      </p:pic>
      <p:pic>
        <p:nvPicPr>
          <p:cNvPr id="12" name="Image 8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6395" y="1816096"/>
            <a:ext cx="152400" cy="152400"/>
          </a:xfrm>
          <a:prstGeom prst="rect">
            <a:avLst/>
          </a:prstGeom>
        </p:spPr>
      </p:pic>
      <p:pic>
        <p:nvPicPr>
          <p:cNvPr id="13" name="Image 9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706910" y="2425696"/>
            <a:ext cx="4160490" cy="647700"/>
          </a:xfrm>
          <a:prstGeom prst="rect">
            <a:avLst/>
          </a:prstGeom>
        </p:spPr>
      </p:pic>
      <p:pic>
        <p:nvPicPr>
          <p:cNvPr id="14" name="Image 10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1821210" y="2539996"/>
            <a:ext cx="342900" cy="381000"/>
          </a:xfrm>
          <a:prstGeom prst="rect">
            <a:avLst/>
          </a:prstGeom>
        </p:spPr>
      </p:pic>
      <p:pic>
        <p:nvPicPr>
          <p:cNvPr id="15" name="Image 11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1897410" y="2644771"/>
            <a:ext cx="190500" cy="152400"/>
          </a:xfrm>
          <a:prstGeom prst="rect">
            <a:avLst/>
          </a:prstGeom>
        </p:spPr>
      </p:pic>
      <p:pic>
        <p:nvPicPr>
          <p:cNvPr id="16" name="Image 12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706910" y="3225796"/>
            <a:ext cx="4160490" cy="647700"/>
          </a:xfrm>
          <a:prstGeom prst="rect">
            <a:avLst/>
          </a:prstGeom>
        </p:spPr>
      </p:pic>
      <p:pic>
        <p:nvPicPr>
          <p:cNvPr id="17" name="Image 13" descr="preencoded.png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1821210" y="3340096"/>
            <a:ext cx="304800" cy="381000"/>
          </a:xfrm>
          <a:prstGeom prst="rect">
            <a:avLst/>
          </a:prstGeom>
        </p:spPr>
      </p:pic>
      <p:pic>
        <p:nvPicPr>
          <p:cNvPr id="18" name="Image 14" descr="preencoded.png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897410" y="3444871"/>
            <a:ext cx="152400" cy="152400"/>
          </a:xfrm>
          <a:prstGeom prst="rect">
            <a:avLst/>
          </a:prstGeom>
        </p:spPr>
      </p:pic>
      <p:pic>
        <p:nvPicPr>
          <p:cNvPr id="21" name="Image 15" descr="preencoded.png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706910" y="4025896"/>
            <a:ext cx="4160490" cy="647700"/>
          </a:xfrm>
          <a:prstGeom prst="rect">
            <a:avLst/>
          </a:prstGeom>
        </p:spPr>
      </p:pic>
      <p:pic>
        <p:nvPicPr>
          <p:cNvPr id="22" name="Image 16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821210" y="4140196"/>
            <a:ext cx="304800" cy="381000"/>
          </a:xfrm>
          <a:prstGeom prst="rect">
            <a:avLst/>
          </a:prstGeom>
        </p:spPr>
      </p:pic>
      <p:pic>
        <p:nvPicPr>
          <p:cNvPr id="23" name="Image 17" descr="preencoded.png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1897410" y="4244971"/>
            <a:ext cx="152400" cy="152400"/>
          </a:xfrm>
          <a:prstGeom prst="rect">
            <a:avLst/>
          </a:prstGeom>
        </p:spPr>
      </p:pic>
      <p:pic>
        <p:nvPicPr>
          <p:cNvPr id="24" name="Image 18" descr="preencoded.png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706910" y="4825996"/>
            <a:ext cx="4160490" cy="647700"/>
          </a:xfrm>
          <a:prstGeom prst="rect">
            <a:avLst/>
          </a:prstGeom>
        </p:spPr>
      </p:pic>
      <p:pic>
        <p:nvPicPr>
          <p:cNvPr id="25" name="Image 19" descr="preencoded.png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821210" y="4940296"/>
            <a:ext cx="342900" cy="381000"/>
          </a:xfrm>
          <a:prstGeom prst="rect">
            <a:avLst/>
          </a:prstGeom>
        </p:spPr>
      </p:pic>
      <p:pic>
        <p:nvPicPr>
          <p:cNvPr id="26" name="Image 20" descr="preencoded.png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1897410" y="5045071"/>
            <a:ext cx="190500" cy="152400"/>
          </a:xfrm>
          <a:prstGeom prst="rect">
            <a:avLst/>
          </a:prstGeom>
        </p:spPr>
      </p:pic>
      <p:pic>
        <p:nvPicPr>
          <p:cNvPr id="27" name="Image 21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6324600" y="1587496"/>
            <a:ext cx="4160490" cy="762000"/>
          </a:xfrm>
          <a:prstGeom prst="rect">
            <a:avLst/>
          </a:prstGeom>
          <a:solidFill>
            <a:srgbClr val="002060"/>
          </a:solidFill>
        </p:spPr>
      </p:pic>
      <p:pic>
        <p:nvPicPr>
          <p:cNvPr id="28" name="Image 2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663755" y="1739896"/>
            <a:ext cx="304800" cy="304800"/>
          </a:xfrm>
          <a:prstGeom prst="rect">
            <a:avLst/>
          </a:prstGeom>
        </p:spPr>
      </p:pic>
      <p:pic>
        <p:nvPicPr>
          <p:cNvPr id="29" name="Image 23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7759005" y="1816096"/>
            <a:ext cx="114300" cy="152400"/>
          </a:xfrm>
          <a:prstGeom prst="rect">
            <a:avLst/>
          </a:prstGeom>
        </p:spPr>
      </p:pic>
      <p:pic>
        <p:nvPicPr>
          <p:cNvPr id="30" name="Image 24" descr="preencoded.png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324600" y="2425696"/>
            <a:ext cx="4160490" cy="647700"/>
          </a:xfrm>
          <a:prstGeom prst="rect">
            <a:avLst/>
          </a:prstGeom>
        </p:spPr>
      </p:pic>
      <p:pic>
        <p:nvPicPr>
          <p:cNvPr id="31" name="Image 25" descr="preencoded.png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6438900" y="2539996"/>
            <a:ext cx="323850" cy="381000"/>
          </a:xfrm>
          <a:prstGeom prst="rect">
            <a:avLst/>
          </a:prstGeom>
        </p:spPr>
      </p:pic>
      <p:pic>
        <p:nvPicPr>
          <p:cNvPr id="32" name="Image 26" descr="preencoded.png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6515100" y="2644771"/>
            <a:ext cx="171450" cy="152400"/>
          </a:xfrm>
          <a:prstGeom prst="rect">
            <a:avLst/>
          </a:prstGeom>
        </p:spPr>
      </p:pic>
      <p:pic>
        <p:nvPicPr>
          <p:cNvPr id="33" name="Image 27" descr="preencoded.png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324600" y="3225796"/>
            <a:ext cx="4160490" cy="647700"/>
          </a:xfrm>
          <a:prstGeom prst="rect">
            <a:avLst/>
          </a:prstGeom>
        </p:spPr>
      </p:pic>
      <p:pic>
        <p:nvPicPr>
          <p:cNvPr id="34" name="Image 28" descr="preencoded.png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6438900" y="3340096"/>
            <a:ext cx="323850" cy="381000"/>
          </a:xfrm>
          <a:prstGeom prst="rect">
            <a:avLst/>
          </a:prstGeom>
        </p:spPr>
      </p:pic>
      <p:pic>
        <p:nvPicPr>
          <p:cNvPr id="35" name="Image 29" descr="preencoded.png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6515100" y="3444871"/>
            <a:ext cx="171450" cy="152400"/>
          </a:xfrm>
          <a:prstGeom prst="rect">
            <a:avLst/>
          </a:prstGeom>
        </p:spPr>
      </p:pic>
      <p:pic>
        <p:nvPicPr>
          <p:cNvPr id="36" name="Image 30" descr="preencoded.png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324600" y="4025896"/>
            <a:ext cx="4160490" cy="647700"/>
          </a:xfrm>
          <a:prstGeom prst="rect">
            <a:avLst/>
          </a:prstGeom>
        </p:spPr>
      </p:pic>
      <p:pic>
        <p:nvPicPr>
          <p:cNvPr id="37" name="Image 31" descr="preencoded.png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6438900" y="4140196"/>
            <a:ext cx="304800" cy="381000"/>
          </a:xfrm>
          <a:prstGeom prst="rect">
            <a:avLst/>
          </a:prstGeom>
        </p:spPr>
      </p:pic>
      <p:pic>
        <p:nvPicPr>
          <p:cNvPr id="38" name="Image 32" descr="preencoded.png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6515100" y="4244971"/>
            <a:ext cx="152400" cy="152400"/>
          </a:xfrm>
          <a:prstGeom prst="rect">
            <a:avLst/>
          </a:prstGeom>
        </p:spPr>
      </p:pic>
      <p:pic>
        <p:nvPicPr>
          <p:cNvPr id="39" name="Image 33" descr="preencoded.png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6324600" y="4825996"/>
            <a:ext cx="4160490" cy="647700"/>
          </a:xfrm>
          <a:prstGeom prst="rect">
            <a:avLst/>
          </a:prstGeom>
        </p:spPr>
      </p:pic>
      <p:pic>
        <p:nvPicPr>
          <p:cNvPr id="40" name="Image 34" descr="preencoded.png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6438900" y="4940296"/>
            <a:ext cx="304800" cy="381000"/>
          </a:xfrm>
          <a:prstGeom prst="rect">
            <a:avLst/>
          </a:prstGeom>
        </p:spPr>
      </p:pic>
      <p:pic>
        <p:nvPicPr>
          <p:cNvPr id="41" name="Image 35" descr="preencoded.png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6515100" y="5045071"/>
            <a:ext cx="152400" cy="152400"/>
          </a:xfrm>
          <a:prstGeom prst="rect">
            <a:avLst/>
          </a:prstGeom>
        </p:spPr>
      </p:pic>
      <p:sp>
        <p:nvSpPr>
          <p:cNvPr id="43" name="Text 2"/>
          <p:cNvSpPr/>
          <p:nvPr/>
        </p:nvSpPr>
        <p:spPr>
          <a:xfrm>
            <a:off x="2350710" y="1739896"/>
            <a:ext cx="329184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Simpler </a:t>
            </a:r>
            <a:r>
              <a:rPr lang="en-US" sz="1800" b="1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Rust</a:t>
            </a:r>
            <a:endParaRPr lang="en-US" sz="1800" dirty="0">
              <a:solidFill>
                <a:schemeClr val="accent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4" name="Text 3"/>
          <p:cNvSpPr/>
          <p:nvPr/>
        </p:nvSpPr>
        <p:spPr>
          <a:xfrm>
            <a:off x="1859310" y="2044696"/>
            <a:ext cx="385569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提高开发效率</a:t>
            </a:r>
            <a:endParaRPr lang="en-US" sz="900" dirty="0"/>
          </a:p>
        </p:txBody>
      </p:sp>
      <p:sp>
        <p:nvSpPr>
          <p:cNvPr id="46" name="Text 4"/>
          <p:cNvSpPr/>
          <p:nvPr>
            <p:custDataLst>
              <p:tags r:id="rId59"/>
            </p:custDataLst>
          </p:nvPr>
        </p:nvSpPr>
        <p:spPr>
          <a:xfrm>
            <a:off x="2278410" y="2539996"/>
            <a:ext cx="640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Script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mode with </a:t>
            </a:r>
            <a:r>
              <a:rPr lang="en-US" sz="1200" b="1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AutoVM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interpreter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8" name="Text 5"/>
          <p:cNvSpPr/>
          <p:nvPr>
            <p:custDataLst>
              <p:tags r:id="rId60"/>
            </p:custDataLst>
          </p:nvPr>
        </p:nvSpPr>
        <p:spPr>
          <a:xfrm>
            <a:off x="2278410" y="2768596"/>
            <a:ext cx="3196679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脚本模式，无需编译</a:t>
            </a:r>
            <a:endParaRPr lang="en-US" sz="1050" dirty="0"/>
          </a:p>
        </p:txBody>
      </p:sp>
      <p:sp>
        <p:nvSpPr>
          <p:cNvPr id="49" name="Text 6"/>
          <p:cNvSpPr/>
          <p:nvPr>
            <p:custDataLst>
              <p:tags r:id="rId61"/>
            </p:custDataLst>
          </p:nvPr>
        </p:nvSpPr>
        <p:spPr>
          <a:xfrm>
            <a:off x="2240310" y="3340096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Lifetime</a:t>
            </a:r>
            <a:endParaRPr lang="en-US" sz="1200" dirty="0">
              <a:solidFill>
                <a:schemeClr val="accent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0" name="Text 7"/>
          <p:cNvSpPr/>
          <p:nvPr>
            <p:custDataLst>
              <p:tags r:id="rId62"/>
            </p:custDataLst>
          </p:nvPr>
        </p:nvSpPr>
        <p:spPr>
          <a:xfrm>
            <a:off x="2240310" y="3568696"/>
            <a:ext cx="2133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简化生命周期管理</a:t>
            </a:r>
            <a:endParaRPr lang="en-US" sz="1050" dirty="0"/>
          </a:p>
        </p:txBody>
      </p:sp>
      <p:sp>
        <p:nvSpPr>
          <p:cNvPr id="51" name="Text 8"/>
          <p:cNvSpPr/>
          <p:nvPr>
            <p:custDataLst>
              <p:tags r:id="rId63"/>
            </p:custDataLst>
          </p:nvPr>
        </p:nvSpPr>
        <p:spPr>
          <a:xfrm>
            <a:off x="2240310" y="4140196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Generics</a:t>
            </a:r>
            <a:endParaRPr lang="en-US" sz="1200" dirty="0">
              <a:solidFill>
                <a:srgbClr val="C084F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2" name="Text 9"/>
          <p:cNvSpPr/>
          <p:nvPr>
            <p:custDataLst>
              <p:tags r:id="rId64"/>
            </p:custDataLst>
          </p:nvPr>
        </p:nvSpPr>
        <p:spPr>
          <a:xfrm>
            <a:off x="2240310" y="4368796"/>
            <a:ext cx="2133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更简洁的泛型语法</a:t>
            </a:r>
            <a:endParaRPr lang="en-US" sz="1050" dirty="0"/>
          </a:p>
        </p:txBody>
      </p:sp>
      <p:sp>
        <p:nvSpPr>
          <p:cNvPr id="56" name="Text 10"/>
          <p:cNvSpPr/>
          <p:nvPr>
            <p:custDataLst>
              <p:tags r:id="rId65"/>
            </p:custDataLst>
          </p:nvPr>
        </p:nvSpPr>
        <p:spPr>
          <a:xfrm>
            <a:off x="2278410" y="4940296"/>
            <a:ext cx="43891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Simpler </a:t>
            </a:r>
            <a:r>
              <a:rPr lang="en-US" sz="1200" b="1" dirty="0">
                <a:solidFill>
                  <a:srgbClr val="FFC000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Meta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programming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7" name="Text 11"/>
          <p:cNvSpPr/>
          <p:nvPr>
            <p:custDataLst>
              <p:tags r:id="rId66"/>
            </p:custDataLst>
          </p:nvPr>
        </p:nvSpPr>
        <p:spPr>
          <a:xfrm>
            <a:off x="2278410" y="5168896"/>
            <a:ext cx="2361009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类</a:t>
            </a:r>
            <a:r>
              <a:rPr lang="en-US" sz="1050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Zig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的元编程体验</a:t>
            </a:r>
            <a:endParaRPr lang="en-US" sz="1050" dirty="0"/>
          </a:p>
        </p:txBody>
      </p:sp>
      <p:sp>
        <p:nvSpPr>
          <p:cNvPr id="58" name="Text 12"/>
          <p:cNvSpPr/>
          <p:nvPr/>
        </p:nvSpPr>
        <p:spPr>
          <a:xfrm>
            <a:off x="7517115" y="1739896"/>
            <a:ext cx="219456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Better </a:t>
            </a:r>
            <a:r>
              <a:rPr lang="en-US" sz="1800" b="1" dirty="0">
                <a:solidFill>
                  <a:srgbClr val="FFC000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C</a:t>
            </a:r>
            <a:endParaRPr lang="en-US" sz="1800" dirty="0">
              <a:solidFill>
                <a:srgbClr val="FFC000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9" name="Text 13"/>
          <p:cNvSpPr/>
          <p:nvPr/>
        </p:nvSpPr>
        <p:spPr>
          <a:xfrm>
            <a:off x="6477000" y="2044696"/>
            <a:ext cx="385569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增强语言能力</a:t>
            </a:r>
            <a:endParaRPr lang="en-US" sz="900" dirty="0"/>
          </a:p>
        </p:txBody>
      </p:sp>
      <p:sp>
        <p:nvSpPr>
          <p:cNvPr id="60" name="Text 14"/>
          <p:cNvSpPr/>
          <p:nvPr>
            <p:custDataLst>
              <p:tags r:id="rId67"/>
            </p:custDataLst>
          </p:nvPr>
        </p:nvSpPr>
        <p:spPr>
          <a:xfrm>
            <a:off x="6877050" y="2539996"/>
            <a:ext cx="13564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C + </a:t>
            </a:r>
            <a:r>
              <a:rPr lang="en-US" sz="1200" b="1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OOP</a:t>
            </a:r>
            <a:endParaRPr lang="en-US" sz="1200" dirty="0">
              <a:solidFill>
                <a:srgbClr val="C084F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1" name="Text 15"/>
          <p:cNvSpPr/>
          <p:nvPr>
            <p:custDataLst>
              <p:tags r:id="rId68"/>
            </p:custDataLst>
          </p:nvPr>
        </p:nvSpPr>
        <p:spPr>
          <a:xfrm>
            <a:off x="6877050" y="2768596"/>
            <a:ext cx="27736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C语言 + 面向对象特性</a:t>
            </a:r>
            <a:endParaRPr lang="en-US" sz="1050" dirty="0"/>
          </a:p>
        </p:txBody>
      </p:sp>
      <p:sp>
        <p:nvSpPr>
          <p:cNvPr id="62" name="Text 16"/>
          <p:cNvSpPr/>
          <p:nvPr>
            <p:custDataLst>
              <p:tags r:id="rId69"/>
            </p:custDataLst>
          </p:nvPr>
        </p:nvSpPr>
        <p:spPr>
          <a:xfrm>
            <a:off x="6877050" y="3340096"/>
            <a:ext cx="2377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Module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system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3" name="Text 17"/>
          <p:cNvSpPr/>
          <p:nvPr>
            <p:custDataLst>
              <p:tags r:id="rId70"/>
            </p:custDataLst>
          </p:nvPr>
        </p:nvSpPr>
        <p:spPr>
          <a:xfrm>
            <a:off x="6877050" y="3568696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现代模块系统</a:t>
            </a:r>
            <a:endParaRPr lang="en-US" sz="1050" dirty="0"/>
          </a:p>
        </p:txBody>
      </p:sp>
      <p:sp>
        <p:nvSpPr>
          <p:cNvPr id="64" name="Text 18"/>
          <p:cNvSpPr/>
          <p:nvPr>
            <p:custDataLst>
              <p:tags r:id="rId71"/>
            </p:custDataLst>
          </p:nvPr>
        </p:nvSpPr>
        <p:spPr>
          <a:xfrm>
            <a:off x="6858000" y="4140196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B0F0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Generics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and </a:t>
            </a:r>
            <a:r>
              <a:rPr lang="en-US" sz="1200" b="1" dirty="0">
                <a:solidFill>
                  <a:schemeClr val="accent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CTE</a:t>
            </a:r>
            <a:endParaRPr lang="en-US" sz="1200" dirty="0">
              <a:solidFill>
                <a:schemeClr val="accent4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5" name="Text 19"/>
          <p:cNvSpPr/>
          <p:nvPr>
            <p:custDataLst>
              <p:tags r:id="rId72"/>
            </p:custDataLst>
          </p:nvPr>
        </p:nvSpPr>
        <p:spPr>
          <a:xfrm>
            <a:off x="6858000" y="4368796"/>
            <a:ext cx="23469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泛型 + 编译期执行</a:t>
            </a:r>
            <a:endParaRPr lang="en-US" sz="1050" dirty="0"/>
          </a:p>
        </p:txBody>
      </p:sp>
      <p:sp>
        <p:nvSpPr>
          <p:cNvPr id="66" name="Text 20"/>
          <p:cNvSpPr/>
          <p:nvPr>
            <p:custDataLst>
              <p:tags r:id="rId73"/>
            </p:custDataLst>
          </p:nvPr>
        </p:nvSpPr>
        <p:spPr>
          <a:xfrm>
            <a:off x="6858000" y="4940296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5050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Safety</a:t>
            </a:r>
            <a:endParaRPr lang="en-US" sz="1200" b="1" dirty="0">
              <a:solidFill>
                <a:srgbClr val="FF5050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7" name="Text 21"/>
          <p:cNvSpPr/>
          <p:nvPr>
            <p:custDataLst>
              <p:tags r:id="rId74"/>
            </p:custDataLst>
          </p:nvPr>
        </p:nvSpPr>
        <p:spPr>
          <a:xfrm>
            <a:off x="6858000" y="5168896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内存安全保障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680647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228725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333625"/>
            <a:ext cx="228600" cy="228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904430"/>
            <a:ext cx="190500" cy="190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99705"/>
            <a:ext cx="1255514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12714" y="4199705"/>
            <a:ext cx="1384846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7560" y="4199705"/>
            <a:ext cx="1384846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2405" y="4199705"/>
            <a:ext cx="1384995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4550355"/>
            <a:ext cx="1255514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12714" y="4542605"/>
            <a:ext cx="1384846" cy="3429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97560" y="4542605"/>
            <a:ext cx="1384846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82405" y="4542605"/>
            <a:ext cx="1384995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4885505"/>
            <a:ext cx="1255514" cy="3429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712714" y="4885505"/>
            <a:ext cx="1384846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97560" y="4885505"/>
            <a:ext cx="1384846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82405" y="4885505"/>
            <a:ext cx="1384995" cy="342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5228405"/>
            <a:ext cx="1255514" cy="3429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12714" y="5228405"/>
            <a:ext cx="1384846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097560" y="5228405"/>
            <a:ext cx="1384846" cy="3429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2405" y="5228405"/>
            <a:ext cx="1384995" cy="3429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57200" y="5571305"/>
            <a:ext cx="54102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7200" y="5571305"/>
            <a:ext cx="1255514" cy="3429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712714" y="5571305"/>
            <a:ext cx="1384846" cy="3429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097560" y="5571305"/>
            <a:ext cx="1384846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482405" y="5571305"/>
            <a:ext cx="1384995" cy="3429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534150" y="1524000"/>
            <a:ext cx="4762500" cy="38100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52258" y="5543550"/>
            <a:ext cx="114300" cy="1143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82570" y="5543550"/>
            <a:ext cx="114300" cy="1143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936534" y="5543550"/>
            <a:ext cx="114300" cy="114300"/>
          </a:xfrm>
          <a:prstGeom prst="rect">
            <a:avLst/>
          </a:prstGeom>
        </p:spPr>
      </p:pic>
      <p:sp>
        <p:nvSpPr>
          <p:cNvPr id="41" name="Text 0"/>
          <p:cNvSpPr/>
          <p:nvPr/>
        </p:nvSpPr>
        <p:spPr>
          <a:xfrm>
            <a:off x="457200" y="457200"/>
            <a:ext cx="112776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 – 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编程语言的</a:t>
            </a:r>
            <a:r>
              <a:rPr lang="en-US" sz="2700" b="1" dirty="0" err="1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不可能三角</a:t>
            </a:r>
            <a:endParaRPr lang="en-US" sz="2700" dirty="0">
              <a:solidFill>
                <a:schemeClr val="accent4"/>
              </a:solidFill>
            </a:endParaRPr>
          </a:p>
        </p:txBody>
      </p:sp>
      <p:sp>
        <p:nvSpPr>
          <p:cNvPr id="42" name="Text 1"/>
          <p:cNvSpPr/>
          <p:nvPr/>
        </p:nvSpPr>
        <p:spPr>
          <a:xfrm>
            <a:off x="762000" y="1181100"/>
            <a:ext cx="5410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传统不可能三角</a:t>
            </a:r>
            <a:endParaRPr lang="en-US" sz="1800" dirty="0"/>
          </a:p>
        </p:txBody>
      </p:sp>
      <p:sp>
        <p:nvSpPr>
          <p:cNvPr id="43" name="Text 2"/>
          <p:cNvSpPr/>
          <p:nvPr/>
        </p:nvSpPr>
        <p:spPr>
          <a:xfrm>
            <a:off x="457200" y="1600200"/>
            <a:ext cx="5410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、</a:t>
            </a:r>
            <a:r>
              <a:rPr lang="en-US" sz="1200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、</a:t>
            </a:r>
            <a:r>
              <a:rPr lang="en-US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运行性能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三者不可兼得，传统语言必须在其中两个方面做出妥协。</a:t>
            </a:r>
            <a:endParaRPr lang="en-US" sz="1200" dirty="0"/>
          </a:p>
        </p:txBody>
      </p:sp>
      <p:sp>
        <p:nvSpPr>
          <p:cNvPr id="44" name="Text 3"/>
          <p:cNvSpPr/>
          <p:nvPr/>
        </p:nvSpPr>
        <p:spPr>
          <a:xfrm>
            <a:off x="762000" y="2286000"/>
            <a:ext cx="54102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的突破</a:t>
            </a:r>
            <a:endParaRPr lang="en-US" sz="1800" dirty="0"/>
          </a:p>
        </p:txBody>
      </p:sp>
      <p:sp>
        <p:nvSpPr>
          <p:cNvPr id="45" name="Text 4"/>
          <p:cNvSpPr/>
          <p:nvPr/>
        </p:nvSpPr>
        <p:spPr>
          <a:xfrm>
            <a:off x="1102286" y="2704353"/>
            <a:ext cx="809897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endParaRPr lang="en-US" sz="1200" dirty="0"/>
          </a:p>
        </p:txBody>
      </p:sp>
      <p:sp>
        <p:nvSpPr>
          <p:cNvPr id="56" name="Text 15"/>
          <p:cNvSpPr/>
          <p:nvPr/>
        </p:nvSpPr>
        <p:spPr>
          <a:xfrm>
            <a:off x="723900" y="3856805"/>
            <a:ext cx="5410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四语言对比 (</a:t>
            </a:r>
            <a:r>
              <a:rPr lang="en-US" sz="1500" b="1" dirty="0">
                <a:solidFill>
                  <a:schemeClr val="accent4">
                    <a:lumMod val="75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10分制</a:t>
            </a: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1500" dirty="0"/>
          </a:p>
        </p:txBody>
      </p:sp>
      <p:sp>
        <p:nvSpPr>
          <p:cNvPr id="57" name="Text 16"/>
          <p:cNvSpPr/>
          <p:nvPr/>
        </p:nvSpPr>
        <p:spPr>
          <a:xfrm>
            <a:off x="457200" y="4199705"/>
            <a:ext cx="1026914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</a:t>
            </a:r>
            <a:endParaRPr lang="en-US" sz="1050" dirty="0"/>
          </a:p>
        </p:txBody>
      </p:sp>
      <p:sp>
        <p:nvSpPr>
          <p:cNvPr id="58" name="Text 17"/>
          <p:cNvSpPr/>
          <p:nvPr/>
        </p:nvSpPr>
        <p:spPr>
          <a:xfrm>
            <a:off x="1712714" y="41997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开发效率</a:t>
            </a:r>
            <a:endParaRPr lang="en-US" sz="1050" dirty="0">
              <a:solidFill>
                <a:schemeClr val="accent5"/>
              </a:solidFill>
            </a:endParaRPr>
          </a:p>
        </p:txBody>
      </p:sp>
      <p:sp>
        <p:nvSpPr>
          <p:cNvPr id="59" name="Text 18"/>
          <p:cNvSpPr/>
          <p:nvPr/>
        </p:nvSpPr>
        <p:spPr>
          <a:xfrm>
            <a:off x="3097560" y="41997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endParaRPr lang="en-US" sz="1050" dirty="0">
              <a:solidFill>
                <a:schemeClr val="accent6"/>
              </a:solidFill>
            </a:endParaRPr>
          </a:p>
        </p:txBody>
      </p:sp>
      <p:sp>
        <p:nvSpPr>
          <p:cNvPr id="60" name="Text 19"/>
          <p:cNvSpPr/>
          <p:nvPr/>
        </p:nvSpPr>
        <p:spPr>
          <a:xfrm>
            <a:off x="4482405" y="4199705"/>
            <a:ext cx="1156395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运行性能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1" name="Text 20"/>
          <p:cNvSpPr/>
          <p:nvPr/>
        </p:nvSpPr>
        <p:spPr>
          <a:xfrm>
            <a:off x="457200" y="4542605"/>
            <a:ext cx="1026914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C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2" name="Text 21"/>
          <p:cNvSpPr/>
          <p:nvPr/>
        </p:nvSpPr>
        <p:spPr>
          <a:xfrm>
            <a:off x="1712714" y="45426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3" name="Text 22"/>
          <p:cNvSpPr/>
          <p:nvPr/>
        </p:nvSpPr>
        <p:spPr>
          <a:xfrm>
            <a:off x="3097560" y="45426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4" name="Text 23"/>
          <p:cNvSpPr/>
          <p:nvPr/>
        </p:nvSpPr>
        <p:spPr>
          <a:xfrm>
            <a:off x="4482405" y="4542605"/>
            <a:ext cx="1156395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10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5" name="Text 24"/>
          <p:cNvSpPr/>
          <p:nvPr/>
        </p:nvSpPr>
        <p:spPr>
          <a:xfrm>
            <a:off x="457200" y="4885505"/>
            <a:ext cx="1026914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B923C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Rust</a:t>
            </a:r>
            <a:endParaRPr lang="en-US" sz="1050" dirty="0">
              <a:solidFill>
                <a:srgbClr val="FB923C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6" name="Text 25"/>
          <p:cNvSpPr/>
          <p:nvPr/>
        </p:nvSpPr>
        <p:spPr>
          <a:xfrm>
            <a:off x="1712714" y="48855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5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7" name="Text 26"/>
          <p:cNvSpPr/>
          <p:nvPr/>
        </p:nvSpPr>
        <p:spPr>
          <a:xfrm>
            <a:off x="3097560" y="48855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8" name="Text 27"/>
          <p:cNvSpPr/>
          <p:nvPr/>
        </p:nvSpPr>
        <p:spPr>
          <a:xfrm>
            <a:off x="4482405" y="4885505"/>
            <a:ext cx="1156395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69" name="Text 28"/>
          <p:cNvSpPr/>
          <p:nvPr/>
        </p:nvSpPr>
        <p:spPr>
          <a:xfrm>
            <a:off x="457200" y="5228405"/>
            <a:ext cx="1026914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Python</a:t>
            </a: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0" name="Text 29"/>
          <p:cNvSpPr/>
          <p:nvPr/>
        </p:nvSpPr>
        <p:spPr>
          <a:xfrm>
            <a:off x="1712714" y="52284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chemeClr val="accent2"/>
              </a:solidFill>
            </a:endParaRPr>
          </a:p>
        </p:txBody>
      </p:sp>
      <p:sp>
        <p:nvSpPr>
          <p:cNvPr id="71" name="Text 30"/>
          <p:cNvSpPr/>
          <p:nvPr/>
        </p:nvSpPr>
        <p:spPr>
          <a:xfrm>
            <a:off x="3097560" y="52284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6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2" name="Text 31"/>
          <p:cNvSpPr/>
          <p:nvPr/>
        </p:nvSpPr>
        <p:spPr>
          <a:xfrm>
            <a:off x="4482405" y="5228405"/>
            <a:ext cx="1156395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73" name="Text 32"/>
          <p:cNvSpPr/>
          <p:nvPr/>
        </p:nvSpPr>
        <p:spPr>
          <a:xfrm>
            <a:off x="457200" y="5571305"/>
            <a:ext cx="1026914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</a:t>
            </a:r>
            <a:endParaRPr lang="en-US" sz="1050" b="1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74" name="Text 33"/>
          <p:cNvSpPr/>
          <p:nvPr/>
        </p:nvSpPr>
        <p:spPr>
          <a:xfrm>
            <a:off x="1712714" y="55713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5" name="Text 34"/>
          <p:cNvSpPr/>
          <p:nvPr/>
        </p:nvSpPr>
        <p:spPr>
          <a:xfrm>
            <a:off x="3097560" y="5571305"/>
            <a:ext cx="1156246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8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6" name="Text 35"/>
          <p:cNvSpPr/>
          <p:nvPr/>
        </p:nvSpPr>
        <p:spPr>
          <a:xfrm>
            <a:off x="4482405" y="5571305"/>
            <a:ext cx="1156395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9</a:t>
            </a:r>
            <a:endParaRPr lang="en-US" sz="1050" dirty="0">
              <a:solidFill>
                <a:srgbClr val="C084FC"/>
              </a:solidFill>
            </a:endParaRPr>
          </a:p>
        </p:txBody>
      </p:sp>
      <p:sp>
        <p:nvSpPr>
          <p:cNvPr id="77" name="Text 36"/>
          <p:cNvSpPr/>
          <p:nvPr/>
        </p:nvSpPr>
        <p:spPr>
          <a:xfrm>
            <a:off x="7542758" y="5486400"/>
            <a:ext cx="792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C语言</a:t>
            </a:r>
            <a:endParaRPr lang="en-US" sz="120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8" name="Text 37"/>
          <p:cNvSpPr/>
          <p:nvPr/>
        </p:nvSpPr>
        <p:spPr>
          <a:xfrm>
            <a:off x="8373070" y="54864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BA7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Rust</a:t>
            </a:r>
            <a:endParaRPr lang="en-US" sz="1200" dirty="0">
              <a:solidFill>
                <a:srgbClr val="FDBA74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79" name="Text 38"/>
          <p:cNvSpPr/>
          <p:nvPr/>
        </p:nvSpPr>
        <p:spPr>
          <a:xfrm>
            <a:off x="9127034" y="54864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Python</a:t>
            </a:r>
            <a:endParaRPr lang="en-US" sz="1200" dirty="0">
              <a:solidFill>
                <a:srgbClr val="FDE047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80" name="Text 39"/>
          <p:cNvSpPr/>
          <p:nvPr/>
        </p:nvSpPr>
        <p:spPr>
          <a:xfrm>
            <a:off x="10074473" y="5486400"/>
            <a:ext cx="731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0000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</a:t>
            </a:r>
            <a:endParaRPr lang="en-US" sz="1200" b="1" dirty="0">
              <a:solidFill>
                <a:srgbClr val="C00000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81" name="Text 40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82" name="Text 41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83" name="Text 42"/>
          <p:cNvSpPr/>
          <p:nvPr/>
        </p:nvSpPr>
        <p:spPr>
          <a:xfrm>
            <a:off x="914400" y="6219825"/>
            <a:ext cx="18669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突破不可能三角</a:t>
            </a:r>
            <a:endParaRPr lang="en-US" sz="1050" dirty="0"/>
          </a:p>
        </p:txBody>
      </p:sp>
      <p:sp>
        <p:nvSpPr>
          <p:cNvPr id="40" name="椭圆 39"/>
          <p:cNvSpPr/>
          <p:nvPr/>
        </p:nvSpPr>
        <p:spPr>
          <a:xfrm>
            <a:off x="9911647" y="5546073"/>
            <a:ext cx="126193" cy="1265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4" name="Text 4"/>
          <p:cNvSpPr/>
          <p:nvPr/>
        </p:nvSpPr>
        <p:spPr>
          <a:xfrm>
            <a:off x="982980" y="3006090"/>
            <a:ext cx="124587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</a:t>
            </a:r>
            <a:r>
              <a:rPr lang="en-US" altLang="zh-CN" sz="1200" dirty="0">
                <a:solidFill>
                  <a:schemeClr val="accent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altLang="zh-CN" sz="1200" dirty="0" err="1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AutoVM</a:t>
            </a:r>
            <a:r>
              <a:rPr lang="en-US" altLang="zh-CN" sz="1200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解释器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85" name="Text 4"/>
          <p:cNvSpPr/>
          <p:nvPr/>
        </p:nvSpPr>
        <p:spPr>
          <a:xfrm>
            <a:off x="3979258" y="2956331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a2c 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语言转译器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86" name="Image 1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22692" y="2725595"/>
            <a:ext cx="180975" cy="180975"/>
          </a:xfrm>
          <a:prstGeom prst="rect">
            <a:avLst/>
          </a:prstGeom>
        </p:spPr>
      </p:pic>
      <p:pic>
        <p:nvPicPr>
          <p:cNvPr id="87" name="Image 10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57974" y="2740784"/>
            <a:ext cx="190500" cy="190500"/>
          </a:xfrm>
          <a:prstGeom prst="rect">
            <a:avLst/>
          </a:prstGeom>
        </p:spPr>
      </p:pic>
      <p:pic>
        <p:nvPicPr>
          <p:cNvPr id="88" name="Image 9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827758" y="2721734"/>
            <a:ext cx="228600" cy="228600"/>
          </a:xfrm>
          <a:prstGeom prst="rect">
            <a:avLst/>
          </a:prstGeom>
        </p:spPr>
      </p:pic>
      <p:sp>
        <p:nvSpPr>
          <p:cNvPr id="89" name="Text 4"/>
          <p:cNvSpPr/>
          <p:nvPr/>
        </p:nvSpPr>
        <p:spPr>
          <a:xfrm>
            <a:off x="4133579" y="2700186"/>
            <a:ext cx="1445729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生态壁垒</a:t>
            </a:r>
            <a:endParaRPr lang="en-US" sz="1200" b="1" dirty="0"/>
          </a:p>
        </p:txBody>
      </p:sp>
      <p:sp>
        <p:nvSpPr>
          <p:cNvPr id="92" name="Text 4"/>
          <p:cNvSpPr/>
          <p:nvPr/>
        </p:nvSpPr>
        <p:spPr>
          <a:xfrm>
            <a:off x="2499501" y="2700186"/>
            <a:ext cx="137840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程序安全</a:t>
            </a:r>
            <a:endParaRPr lang="en-US" sz="1200" dirty="0"/>
          </a:p>
        </p:txBody>
      </p:sp>
      <p:sp>
        <p:nvSpPr>
          <p:cNvPr id="93" name="Text 4"/>
          <p:cNvSpPr/>
          <p:nvPr/>
        </p:nvSpPr>
        <p:spPr>
          <a:xfrm>
            <a:off x="983174" y="3246853"/>
            <a:ext cx="110253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- </a:t>
            </a:r>
            <a:r>
              <a:rPr lang="en-US" altLang="zh-CN" sz="1200" dirty="0">
                <a:solidFill>
                  <a:schemeClr val="accent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AIE 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增量编译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98" name="Text 4"/>
          <p:cNvSpPr/>
          <p:nvPr/>
        </p:nvSpPr>
        <p:spPr>
          <a:xfrm>
            <a:off x="3979258" y="3159730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a2py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Python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语言转译器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99" name="Text 4"/>
          <p:cNvSpPr/>
          <p:nvPr/>
        </p:nvSpPr>
        <p:spPr>
          <a:xfrm>
            <a:off x="3979257" y="3375415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4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a2ts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TypeScript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语言转译器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3979258" y="3612422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a2kt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Kotlin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语言转译器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2380740" y="3000750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a2rs 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Rust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语言基底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2380740" y="3229571"/>
            <a:ext cx="2571843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 </a:t>
            </a:r>
            <a:r>
              <a:rPr lang="en-US" altLang="zh-CN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Lifetime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生命周期</a:t>
            </a:r>
            <a:endParaRPr lang="en-US" sz="1200" dirty="0">
              <a:solidFill>
                <a:schemeClr val="bg2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590800"/>
            <a:ext cx="3352800" cy="1295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752725"/>
            <a:ext cx="142875" cy="190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4800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3147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5814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4724400" y="1253224"/>
            <a:ext cx="6400800" cy="685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838700" y="1434199"/>
            <a:ext cx="2857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724400" y="1862824"/>
            <a:ext cx="64008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4838700" y="2043799"/>
            <a:ext cx="219075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724400" y="2472424"/>
            <a:ext cx="6400800" cy="685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4838700" y="2653399"/>
            <a:ext cx="361950" cy="2857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4724400" y="3082024"/>
            <a:ext cx="640080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4838700" y="3262999"/>
            <a:ext cx="36195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4724400" y="3691624"/>
            <a:ext cx="6400800" cy="685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38700" y="3872599"/>
            <a:ext cx="285750" cy="2857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09600" y="6076950"/>
            <a:ext cx="114300" cy="114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609600"/>
            <a:ext cx="119329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 - </a:t>
            </a:r>
            <a:r>
              <a:rPr lang="en-US" sz="27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</a:t>
            </a:r>
            <a:r>
              <a:rPr lang="en-US" sz="27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609600" y="1257300"/>
            <a:ext cx="335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语言即操作系统</a:t>
            </a:r>
            <a:endParaRPr lang="en-US" sz="1800" dirty="0"/>
          </a:p>
        </p:txBody>
      </p:sp>
      <p:sp>
        <p:nvSpPr>
          <p:cNvPr id="29" name="Text 2"/>
          <p:cNvSpPr/>
          <p:nvPr/>
        </p:nvSpPr>
        <p:spPr>
          <a:xfrm>
            <a:off x="609600" y="1638300"/>
            <a:ext cx="335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LaOS (Language as OS) 是一种新型计算架构，将编程语言提升为操作系统层面的抽象。</a:t>
            </a:r>
            <a:endParaRPr lang="en-US" sz="13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Text 3"/>
          <p:cNvSpPr/>
          <p:nvPr/>
        </p:nvSpPr>
        <p:spPr>
          <a:xfrm>
            <a:off x="942975" y="270510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核心突破</a:t>
            </a:r>
            <a:endParaRPr lang="en-US" sz="1500" dirty="0"/>
          </a:p>
        </p:txBody>
      </p:sp>
      <p:sp>
        <p:nvSpPr>
          <p:cNvPr id="31" name="Text 4"/>
          <p:cNvSpPr/>
          <p:nvPr/>
        </p:nvSpPr>
        <p:spPr>
          <a:xfrm>
            <a:off x="952500" y="3009900"/>
            <a:ext cx="4450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突破传统"语言+运行时+</a:t>
            </a: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"架构</a:t>
            </a:r>
            <a:endParaRPr lang="en-US" sz="1200" dirty="0"/>
          </a:p>
        </p:txBody>
      </p:sp>
      <p:sp>
        <p:nvSpPr>
          <p:cNvPr id="32" name="Text 5"/>
          <p:cNvSpPr/>
          <p:nvPr/>
        </p:nvSpPr>
        <p:spPr>
          <a:xfrm>
            <a:off x="952500" y="3276600"/>
            <a:ext cx="3779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作为应用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</a:t>
            </a: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OS</a:t>
            </a: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硬件的桥梁</a:t>
            </a:r>
            <a:endParaRPr lang="en-US" sz="1200" dirty="0"/>
          </a:p>
        </p:txBody>
      </p:sp>
      <p:sp>
        <p:nvSpPr>
          <p:cNvPr id="33" name="Text 6"/>
          <p:cNvSpPr/>
          <p:nvPr/>
        </p:nvSpPr>
        <p:spPr>
          <a:xfrm>
            <a:off x="952500" y="3543300"/>
            <a:ext cx="243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统一系统编程模型</a:t>
            </a:r>
            <a:endParaRPr lang="en-US" sz="1200" dirty="0"/>
          </a:p>
        </p:txBody>
      </p:sp>
      <p:sp>
        <p:nvSpPr>
          <p:cNvPr id="34" name="Text 7"/>
          <p:cNvSpPr/>
          <p:nvPr>
            <p:custDataLst>
              <p:tags r:id="rId31"/>
            </p:custDataLst>
          </p:nvPr>
        </p:nvSpPr>
        <p:spPr>
          <a:xfrm>
            <a:off x="5329924" y="1367524"/>
            <a:ext cx="1828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Hardware</a:t>
            </a:r>
            <a:endParaRPr lang="en-US" sz="1500" dirty="0"/>
          </a:p>
        </p:txBody>
      </p:sp>
      <p:sp>
        <p:nvSpPr>
          <p:cNvPr id="35" name="Text 8"/>
          <p:cNvSpPr/>
          <p:nvPr>
            <p:custDataLst>
              <p:tags r:id="rId32"/>
            </p:custDataLst>
          </p:nvPr>
        </p:nvSpPr>
        <p:spPr>
          <a:xfrm>
            <a:off x="5329924" y="1634224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底层硬件抽象</a:t>
            </a:r>
            <a:endParaRPr lang="en-US" sz="1050" dirty="0"/>
          </a:p>
        </p:txBody>
      </p:sp>
      <p:sp>
        <p:nvSpPr>
          <p:cNvPr id="36" name="Text 9"/>
          <p:cNvSpPr/>
          <p:nvPr>
            <p:custDataLst>
              <p:tags r:id="rId33"/>
            </p:custDataLst>
          </p:nvPr>
        </p:nvSpPr>
        <p:spPr>
          <a:xfrm>
            <a:off x="5329924" y="1980313"/>
            <a:ext cx="2514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OS Adapters</a:t>
            </a:r>
            <a:endParaRPr lang="en-US" sz="1500" dirty="0"/>
          </a:p>
        </p:txBody>
      </p:sp>
      <p:sp>
        <p:nvSpPr>
          <p:cNvPr id="37" name="Text 10"/>
          <p:cNvSpPr/>
          <p:nvPr>
            <p:custDataLst>
              <p:tags r:id="rId34"/>
            </p:custDataLst>
          </p:nvPr>
        </p:nvSpPr>
        <p:spPr>
          <a:xfrm>
            <a:off x="5329924" y="2243824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OS/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平台特定实现</a:t>
            </a:r>
            <a:endParaRPr lang="en-US" sz="1050" dirty="0"/>
          </a:p>
        </p:txBody>
      </p:sp>
      <p:sp>
        <p:nvSpPr>
          <p:cNvPr id="38" name="Text 11"/>
          <p:cNvSpPr/>
          <p:nvPr>
            <p:custDataLst>
              <p:tags r:id="rId35"/>
            </p:custDataLst>
          </p:nvPr>
        </p:nvSpPr>
        <p:spPr>
          <a:xfrm>
            <a:off x="5329924" y="2583313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Runtime</a:t>
            </a:r>
            <a:endParaRPr lang="en-US" sz="1500" dirty="0"/>
          </a:p>
        </p:txBody>
      </p:sp>
      <p:sp>
        <p:nvSpPr>
          <p:cNvPr id="39" name="Text 12"/>
          <p:cNvSpPr/>
          <p:nvPr>
            <p:custDataLst>
              <p:tags r:id="rId36"/>
            </p:custDataLst>
          </p:nvPr>
        </p:nvSpPr>
        <p:spPr>
          <a:xfrm>
            <a:off x="5329924" y="2850013"/>
            <a:ext cx="1333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运行时系统</a:t>
            </a:r>
            <a:endParaRPr lang="en-US" sz="1050" dirty="0"/>
          </a:p>
        </p:txBody>
      </p:sp>
      <p:sp>
        <p:nvSpPr>
          <p:cNvPr id="40" name="Text 13"/>
          <p:cNvSpPr/>
          <p:nvPr>
            <p:custDataLst>
              <p:tags r:id="rId37"/>
            </p:custDataLst>
          </p:nvPr>
        </p:nvSpPr>
        <p:spPr>
          <a:xfrm>
            <a:off x="5337810" y="3162300"/>
            <a:ext cx="2971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Language</a:t>
            </a:r>
            <a:endParaRPr lang="en-US" sz="1500" dirty="0"/>
          </a:p>
        </p:txBody>
      </p:sp>
      <p:sp>
        <p:nvSpPr>
          <p:cNvPr id="41" name="Text 14"/>
          <p:cNvSpPr/>
          <p:nvPr>
            <p:custDataLst>
              <p:tags r:id="rId38"/>
            </p:custDataLst>
          </p:nvPr>
        </p:nvSpPr>
        <p:spPr>
          <a:xfrm>
            <a:off x="5337810" y="3448050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核心语言实现</a:t>
            </a:r>
            <a:endParaRPr lang="en-US" sz="1050" dirty="0"/>
          </a:p>
        </p:txBody>
      </p:sp>
      <p:sp>
        <p:nvSpPr>
          <p:cNvPr id="42" name="Text 15"/>
          <p:cNvSpPr/>
          <p:nvPr>
            <p:custDataLst>
              <p:tags r:id="rId39"/>
            </p:custDataLst>
          </p:nvPr>
        </p:nvSpPr>
        <p:spPr>
          <a:xfrm>
            <a:off x="5329924" y="3771900"/>
            <a:ext cx="2743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Applications</a:t>
            </a:r>
            <a:endParaRPr lang="en-US" sz="1500" dirty="0"/>
          </a:p>
        </p:txBody>
      </p:sp>
      <p:sp>
        <p:nvSpPr>
          <p:cNvPr id="43" name="Text 16"/>
          <p:cNvSpPr/>
          <p:nvPr>
            <p:custDataLst>
              <p:tags r:id="rId40"/>
            </p:custDataLst>
          </p:nvPr>
        </p:nvSpPr>
        <p:spPr>
          <a:xfrm>
            <a:off x="5329924" y="4072624"/>
            <a:ext cx="1171575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用户应用</a:t>
            </a:r>
            <a:endParaRPr lang="en-US" sz="1050" dirty="0"/>
          </a:p>
        </p:txBody>
      </p:sp>
      <p:sp>
        <p:nvSpPr>
          <p:cNvPr id="44" name="Text 17"/>
          <p:cNvSpPr/>
          <p:nvPr/>
        </p:nvSpPr>
        <p:spPr>
          <a:xfrm>
            <a:off x="800100" y="6019800"/>
            <a:ext cx="365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LaOS: Language as OS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609600" y="609600"/>
            <a:ext cx="119329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Intro - </a:t>
            </a:r>
            <a:r>
              <a:rPr lang="en-US" sz="27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(Language as OS)</a:t>
            </a:r>
            <a:endParaRPr lang="en-US" sz="2700" dirty="0"/>
          </a:p>
        </p:txBody>
      </p:sp>
      <p:sp>
        <p:nvSpPr>
          <p:cNvPr id="28" name="Text 1"/>
          <p:cNvSpPr/>
          <p:nvPr/>
        </p:nvSpPr>
        <p:spPr>
          <a:xfrm>
            <a:off x="609600" y="1257300"/>
            <a:ext cx="335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语言即操作系统</a:t>
            </a:r>
            <a:endParaRPr lang="en-US" sz="18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994" y="1650841"/>
            <a:ext cx="10231464" cy="4204017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3329553" y="5981700"/>
            <a:ext cx="335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18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Linux</a:t>
            </a:r>
            <a:endParaRPr lang="en-US" sz="1800" dirty="0">
              <a:solidFill>
                <a:schemeClr val="accent4"/>
              </a:solidFill>
            </a:endParaRPr>
          </a:p>
        </p:txBody>
      </p:sp>
      <p:sp>
        <p:nvSpPr>
          <p:cNvPr id="24" name="Text 1"/>
          <p:cNvSpPr/>
          <p:nvPr/>
        </p:nvSpPr>
        <p:spPr>
          <a:xfrm>
            <a:off x="8275127" y="5981700"/>
            <a:ext cx="3352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altLang="zh-CN" sz="1800" b="1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Lang</a:t>
            </a:r>
            <a:endParaRPr lang="en-US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0242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4880" y="1883080"/>
            <a:ext cx="1301139" cy="130113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1181100"/>
            <a:ext cx="3606850" cy="487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381125"/>
            <a:ext cx="2857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1828800"/>
            <a:ext cx="3225850" cy="762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1981200"/>
            <a:ext cx="190500" cy="190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705100"/>
            <a:ext cx="322585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2857500"/>
            <a:ext cx="190500" cy="190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87887" y="1190625"/>
            <a:ext cx="3606850" cy="487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83150" y="1381125"/>
            <a:ext cx="2857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150" y="1828800"/>
            <a:ext cx="322585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150" y="2324100"/>
            <a:ext cx="3225850" cy="419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83150" y="2819400"/>
            <a:ext cx="3225850" cy="419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150" y="3314700"/>
            <a:ext cx="322585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28099" y="1181100"/>
            <a:ext cx="3606850" cy="4876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18599" y="1381125"/>
            <a:ext cx="323850" cy="2857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18599" y="1828800"/>
            <a:ext cx="3225850" cy="990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432899" y="1981200"/>
            <a:ext cx="238125" cy="1905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18599" y="2933700"/>
            <a:ext cx="3225850" cy="762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32899" y="3086100"/>
            <a:ext cx="190500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18599" y="3810000"/>
            <a:ext cx="3225850" cy="695325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32899" y="4062412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37849" y="3962400"/>
            <a:ext cx="1241822" cy="428625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</a:t>
            </a:r>
            <a:r>
              <a:rPr lang="en-US" sz="27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内核（语言特性）</a:t>
            </a:r>
            <a:endParaRPr lang="en-US" sz="2700" dirty="0"/>
          </a:p>
        </p:txBody>
      </p:sp>
      <p:sp>
        <p:nvSpPr>
          <p:cNvPr id="30" name="Text 1"/>
          <p:cNvSpPr/>
          <p:nvPr/>
        </p:nvSpPr>
        <p:spPr>
          <a:xfrm>
            <a:off x="1047750" y="1390650"/>
            <a:ext cx="16459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AutoVM</a:t>
            </a:r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1" name="Text 2"/>
          <p:cNvSpPr/>
          <p:nvPr/>
        </p:nvSpPr>
        <p:spPr>
          <a:xfrm>
            <a:off x="1066800" y="19431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standalone</a:t>
            </a:r>
            <a:endParaRPr lang="en-US" sz="1350" dirty="0">
              <a:solidFill>
                <a:schemeClr val="accent5"/>
              </a:solidFill>
            </a:endParaRPr>
          </a:p>
        </p:txBody>
      </p:sp>
      <p:sp>
        <p:nvSpPr>
          <p:cNvPr id="32" name="Text 3"/>
          <p:cNvSpPr/>
          <p:nvPr/>
        </p:nvSpPr>
        <p:spPr>
          <a:xfrm>
            <a:off x="1066800" y="2247900"/>
            <a:ext cx="4754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独立运行模式，无需依赖外部解释器</a:t>
            </a:r>
            <a:endParaRPr lang="en-US" sz="1200" dirty="0"/>
          </a:p>
        </p:txBody>
      </p:sp>
      <p:sp>
        <p:nvSpPr>
          <p:cNvPr id="33" name="Text 4"/>
          <p:cNvSpPr/>
          <p:nvPr/>
        </p:nvSpPr>
        <p:spPr>
          <a:xfrm>
            <a:off x="1066800" y="2819400"/>
            <a:ext cx="16459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comptime</a:t>
            </a:r>
            <a:endParaRPr lang="en-US" sz="1350" dirty="0">
              <a:solidFill>
                <a:schemeClr val="accent4"/>
              </a:solidFill>
            </a:endParaRPr>
          </a:p>
        </p:txBody>
      </p:sp>
      <p:sp>
        <p:nvSpPr>
          <p:cNvPr id="34" name="Text 5"/>
          <p:cNvSpPr/>
          <p:nvPr/>
        </p:nvSpPr>
        <p:spPr>
          <a:xfrm>
            <a:off x="1066800" y="3124200"/>
            <a:ext cx="4450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编译期执行，提前计算表达式结果</a:t>
            </a:r>
            <a:endParaRPr lang="en-US" sz="1200" dirty="0"/>
          </a:p>
        </p:txBody>
      </p:sp>
      <p:sp>
        <p:nvSpPr>
          <p:cNvPr id="35" name="Text 6"/>
          <p:cNvSpPr/>
          <p:nvPr/>
        </p:nvSpPr>
        <p:spPr>
          <a:xfrm>
            <a:off x="4883200" y="1390650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转译器矩阵</a:t>
            </a:r>
            <a:endParaRPr lang="en-US" sz="1800" dirty="0"/>
          </a:p>
        </p:txBody>
      </p:sp>
      <p:sp>
        <p:nvSpPr>
          <p:cNvPr id="36" name="Text 7"/>
          <p:cNvSpPr/>
          <p:nvPr/>
        </p:nvSpPr>
        <p:spPr>
          <a:xfrm>
            <a:off x="4578400" y="1924050"/>
            <a:ext cx="853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a2rs</a:t>
            </a:r>
            <a:endParaRPr lang="en-US" sz="1200" b="1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7" name="Text 8"/>
          <p:cNvSpPr/>
          <p:nvPr/>
        </p:nvSpPr>
        <p:spPr>
          <a:xfrm>
            <a:off x="7045672" y="192405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→ Rust</a:t>
            </a:r>
            <a:endParaRPr lang="en-US" sz="1200" dirty="0">
              <a:solidFill>
                <a:schemeClr val="accent4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8" name="Text 9"/>
          <p:cNvSpPr/>
          <p:nvPr/>
        </p:nvSpPr>
        <p:spPr>
          <a:xfrm>
            <a:off x="4578400" y="2419350"/>
            <a:ext cx="670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505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a2c</a:t>
            </a:r>
            <a:endParaRPr lang="en-US" sz="1200" b="1" dirty="0">
              <a:solidFill>
                <a:srgbClr val="FF5050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7331422" y="2419350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505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→ C</a:t>
            </a:r>
            <a:endParaRPr lang="en-US" sz="1200" dirty="0">
              <a:solidFill>
                <a:srgbClr val="FF5050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4578400" y="2914650"/>
            <a:ext cx="853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a2ts</a:t>
            </a:r>
            <a:endParaRPr lang="en-US" sz="1200" b="1" dirty="0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6750397" y="291465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2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→ TypeScript</a:t>
            </a:r>
            <a:endParaRPr lang="en-US" sz="1200" dirty="0">
              <a:solidFill>
                <a:schemeClr val="accent2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2" name="Text 13"/>
          <p:cNvSpPr/>
          <p:nvPr/>
        </p:nvSpPr>
        <p:spPr>
          <a:xfrm>
            <a:off x="4578400" y="3409950"/>
            <a:ext cx="853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a2py</a:t>
            </a:r>
            <a:endParaRPr lang="en-US" sz="1200" b="1" dirty="0">
              <a:solidFill>
                <a:schemeClr val="accent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6969472" y="3409950"/>
            <a:ext cx="14630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→ Python</a:t>
            </a:r>
            <a:endParaRPr lang="en-US" sz="1200" dirty="0">
              <a:solidFill>
                <a:schemeClr val="accent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8756749" y="1390650"/>
            <a:ext cx="182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高阶</a:t>
            </a:r>
            <a:r>
              <a:rPr lang="en-US" sz="18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特性</a:t>
            </a:r>
            <a:endParaRPr lang="en-US" sz="1800" dirty="0"/>
          </a:p>
        </p:txBody>
      </p:sp>
      <p:sp>
        <p:nvSpPr>
          <p:cNvPr id="45" name="Text 16"/>
          <p:cNvSpPr/>
          <p:nvPr/>
        </p:nvSpPr>
        <p:spPr>
          <a:xfrm>
            <a:off x="8785324" y="1924050"/>
            <a:ext cx="6172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CTE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46" name="Text 17"/>
          <p:cNvSpPr/>
          <p:nvPr/>
        </p:nvSpPr>
        <p:spPr>
          <a:xfrm>
            <a:off x="8737699" y="2247900"/>
            <a:ext cx="26924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编译期执行 (Compile-Time Execution)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" name="Text 18"/>
          <p:cNvSpPr/>
          <p:nvPr/>
        </p:nvSpPr>
        <p:spPr>
          <a:xfrm>
            <a:off x="8735378" y="3031533"/>
            <a:ext cx="82296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Spec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8737699" y="3352800"/>
            <a:ext cx="3962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特征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系统</a:t>
            </a: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(Trait System)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8737699" y="4024313"/>
            <a:ext cx="16459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OOP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10033099" y="4076700"/>
            <a:ext cx="3657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is</a:t>
            </a:r>
            <a:endParaRPr lang="en-US" sz="120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1" name="Text 22"/>
          <p:cNvSpPr/>
          <p:nvPr/>
        </p:nvSpPr>
        <p:spPr>
          <a:xfrm>
            <a:off x="10272117" y="4076700"/>
            <a:ext cx="1828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|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2" name="Text 23"/>
          <p:cNvSpPr/>
          <p:nvPr/>
        </p:nvSpPr>
        <p:spPr>
          <a:xfrm>
            <a:off x="10415885" y="4076700"/>
            <a:ext cx="5486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has</a:t>
            </a:r>
            <a:endParaRPr lang="en-US" sz="120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10750153" y="4076700"/>
            <a:ext cx="1828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|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10893921" y="4076700"/>
            <a:ext cx="3657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as</a:t>
            </a:r>
            <a:endParaRPr lang="en-US" sz="120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6" name="Text 27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7" name="Text 28"/>
          <p:cNvSpPr/>
          <p:nvPr/>
        </p:nvSpPr>
        <p:spPr>
          <a:xfrm>
            <a:off x="914400" y="6219825"/>
            <a:ext cx="12801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features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15240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1600200" y="6219825"/>
            <a:ext cx="9601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“Auto"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20574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pic>
        <p:nvPicPr>
          <p:cNvPr id="6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551" y="3629025"/>
            <a:ext cx="3225850" cy="762000"/>
          </a:xfrm>
          <a:prstGeom prst="rect">
            <a:avLst/>
          </a:prstGeom>
        </p:spPr>
      </p:pic>
      <p:sp>
        <p:nvSpPr>
          <p:cNvPr id="66" name="Text 4"/>
          <p:cNvSpPr/>
          <p:nvPr/>
        </p:nvSpPr>
        <p:spPr>
          <a:xfrm>
            <a:off x="1066651" y="3743325"/>
            <a:ext cx="164592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embedded</a:t>
            </a:r>
            <a:endParaRPr lang="en-US" sz="1350" dirty="0">
              <a:solidFill>
                <a:schemeClr val="accent6"/>
              </a:solidFill>
            </a:endParaRPr>
          </a:p>
        </p:txBody>
      </p:sp>
      <p:sp>
        <p:nvSpPr>
          <p:cNvPr id="67" name="Text 5"/>
          <p:cNvSpPr/>
          <p:nvPr/>
        </p:nvSpPr>
        <p:spPr>
          <a:xfrm>
            <a:off x="1066651" y="4048125"/>
            <a:ext cx="4450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前端在上位机，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VM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核心在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MCU</a:t>
            </a: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中</a:t>
            </a:r>
            <a:endParaRPr lang="en-US" sz="1200" dirty="0"/>
          </a:p>
        </p:txBody>
      </p:sp>
      <p:pic>
        <p:nvPicPr>
          <p:cNvPr id="68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1851" y="3810000"/>
            <a:ext cx="190500" cy="190500"/>
          </a:xfrm>
          <a:prstGeom prst="rect">
            <a:avLst/>
          </a:prstGeom>
        </p:spPr>
      </p:pic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83075" y="3882164"/>
            <a:ext cx="3225850" cy="419100"/>
          </a:xfrm>
          <a:prstGeom prst="rect">
            <a:avLst/>
          </a:prstGeom>
        </p:spPr>
      </p:pic>
      <p:sp>
        <p:nvSpPr>
          <p:cNvPr id="70" name="Text 13"/>
          <p:cNvSpPr/>
          <p:nvPr/>
        </p:nvSpPr>
        <p:spPr>
          <a:xfrm>
            <a:off x="4578325" y="3977414"/>
            <a:ext cx="8534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a2</a:t>
            </a:r>
            <a:r>
              <a:rPr lang="en-US" altLang="zh-CN" sz="1200" b="1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kt</a:t>
            </a:r>
            <a:endParaRPr lang="en-US" sz="1200" dirty="0">
              <a:solidFill>
                <a:srgbClr val="C084F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6970032" y="3962174"/>
            <a:ext cx="14630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→ </a:t>
            </a:r>
            <a:r>
              <a:rPr lang="en-US" altLang="zh-CN" sz="1200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Kotlin</a:t>
            </a:r>
            <a:endParaRPr lang="en-US" sz="1200" dirty="0">
              <a:solidFill>
                <a:srgbClr val="C084FC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181100"/>
            <a:ext cx="5561365" cy="487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275" y="1409700"/>
            <a:ext cx="285750" cy="2857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065" y="1181100"/>
            <a:ext cx="5525884" cy="48768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</a:t>
            </a:r>
            <a:r>
              <a:rPr lang="en-US" sz="27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CTE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zh-CN" altLang="en-US" sz="27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编译期调用</a:t>
            </a:r>
            <a:r>
              <a:rPr lang="en-US" altLang="zh-CN" sz="2700" b="1" dirty="0" err="1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AutoVM</a:t>
            </a:r>
            <a:r>
              <a:rPr lang="zh-CN" altLang="en-US" sz="2700" b="1" dirty="0">
                <a:solidFill>
                  <a:schemeClr val="bg2">
                    <a:lumMod val="9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解释执行</a:t>
            </a:r>
            <a:endParaRPr lang="en-US" sz="270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30" name="Text 1"/>
          <p:cNvSpPr/>
          <p:nvPr/>
        </p:nvSpPr>
        <p:spPr>
          <a:xfrm>
            <a:off x="1047749" y="1390650"/>
            <a:ext cx="3109913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编译器代码块调用</a:t>
            </a:r>
            <a:endParaRPr lang="en-US" sz="1800" dirty="0"/>
          </a:p>
        </p:txBody>
      </p:sp>
      <p:sp>
        <p:nvSpPr>
          <p:cNvPr id="44" name="Text 15"/>
          <p:cNvSpPr/>
          <p:nvPr/>
        </p:nvSpPr>
        <p:spPr>
          <a:xfrm>
            <a:off x="6978760" y="1362075"/>
            <a:ext cx="309053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编译期条件执行</a:t>
            </a:r>
            <a:endParaRPr lang="en-US" sz="1800" dirty="0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051" y="1905000"/>
            <a:ext cx="5324911" cy="3071812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6713" y="1905000"/>
            <a:ext cx="4685243" cy="3665486"/>
          </a:xfrm>
          <a:prstGeom prst="rect">
            <a:avLst/>
          </a:prstGeom>
        </p:spPr>
      </p:pic>
      <p:pic>
        <p:nvPicPr>
          <p:cNvPr id="8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275" y="5350668"/>
            <a:ext cx="323850" cy="285750"/>
          </a:xfrm>
          <a:prstGeom prst="rect">
            <a:avLst/>
          </a:prstGeom>
        </p:spPr>
      </p:pic>
      <p:sp>
        <p:nvSpPr>
          <p:cNvPr id="81" name="Text 15"/>
          <p:cNvSpPr/>
          <p:nvPr/>
        </p:nvSpPr>
        <p:spPr>
          <a:xfrm>
            <a:off x="1114424" y="5360193"/>
            <a:ext cx="4904139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除</a:t>
            </a:r>
            <a:r>
              <a:rPr lang="en-US" altLang="zh-CN" sz="2400" b="1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#</a:t>
            </a:r>
            <a:r>
              <a:rPr lang="zh-CN" altLang="en-US" sz="16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外，</a:t>
            </a:r>
            <a:r>
              <a:rPr lang="en-US" altLang="zh-CN" sz="16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CTE</a:t>
            </a:r>
            <a:r>
              <a:rPr lang="zh-CN" altLang="en-US" sz="16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代码和普通</a:t>
            </a:r>
            <a:r>
              <a:rPr lang="en-US" altLang="zh-CN" sz="16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Auto</a:t>
            </a:r>
            <a:r>
              <a:rPr lang="zh-CN" altLang="en-US" sz="16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代码一致</a:t>
            </a:r>
            <a:endParaRPr lang="en-US" sz="1800" b="1" dirty="0">
              <a:solidFill>
                <a:schemeClr val="bg1"/>
              </a:solidFill>
            </a:endParaRPr>
          </a:p>
        </p:txBody>
      </p:sp>
      <p:pic>
        <p:nvPicPr>
          <p:cNvPr id="84" name="Image 2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6713" y="1384299"/>
            <a:ext cx="282576" cy="2825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1181100"/>
            <a:ext cx="5561365" cy="487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065" y="1181100"/>
            <a:ext cx="5525884" cy="4876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81913" y="1370189"/>
            <a:ext cx="304800" cy="304800"/>
          </a:xfrm>
          <a:prstGeom prst="rect">
            <a:avLst/>
          </a:prstGeom>
        </p:spPr>
      </p:pic>
      <p:sp>
        <p:nvSpPr>
          <p:cNvPr id="29" name="Text 0"/>
          <p:cNvSpPr/>
          <p:nvPr/>
        </p:nvSpPr>
        <p:spPr>
          <a:xfrm>
            <a:off x="457200" y="457200"/>
            <a:ext cx="1152144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</a:t>
            </a:r>
            <a:r>
              <a:rPr lang="en-US" altLang="zh-CN" sz="27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OOP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en-US" altLang="zh-CN" sz="27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spec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</a:t>
            </a:r>
            <a:r>
              <a:rPr lang="en-US" altLang="zh-CN" sz="27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has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is</a:t>
            </a:r>
            <a:r>
              <a:rPr lang="zh-CN" altLang="en-US" sz="2700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</a:t>
            </a:r>
            <a:r>
              <a:rPr lang="en-US" altLang="zh-CN" sz="2700" b="1" dirty="0">
                <a:solidFill>
                  <a:schemeClr val="accent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for</a:t>
            </a:r>
            <a:endParaRPr lang="en-US" sz="2700" dirty="0">
              <a:solidFill>
                <a:schemeClr val="accent1"/>
              </a:solidFill>
            </a:endParaRPr>
          </a:p>
        </p:txBody>
      </p:sp>
      <p:sp>
        <p:nvSpPr>
          <p:cNvPr id="30" name="Text 1"/>
          <p:cNvSpPr/>
          <p:nvPr/>
        </p:nvSpPr>
        <p:spPr>
          <a:xfrm>
            <a:off x="1047749" y="1390650"/>
            <a:ext cx="3109913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zh-CN" altLang="en-US" sz="16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特征（</a:t>
            </a:r>
            <a:r>
              <a:rPr lang="en-US" altLang="zh-CN" sz="16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Spec</a:t>
            </a:r>
            <a:r>
              <a:rPr lang="zh-CN" altLang="en-US" sz="16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）</a:t>
            </a:r>
            <a:endParaRPr lang="en-US" sz="1800" dirty="0">
              <a:solidFill>
                <a:schemeClr val="accent5"/>
              </a:solidFill>
            </a:endParaRPr>
          </a:p>
        </p:txBody>
      </p:sp>
      <p:sp>
        <p:nvSpPr>
          <p:cNvPr id="44" name="Text 15"/>
          <p:cNvSpPr/>
          <p:nvPr/>
        </p:nvSpPr>
        <p:spPr>
          <a:xfrm>
            <a:off x="6699778" y="1370189"/>
            <a:ext cx="3090538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6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组合（</a:t>
            </a:r>
            <a:r>
              <a:rPr lang="en-US" altLang="zh-CN" sz="16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Composition</a:t>
            </a:r>
            <a:r>
              <a:rPr lang="zh-CN" altLang="en-US" sz="16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</a:rPr>
              <a:t>）</a:t>
            </a:r>
            <a:endParaRPr lang="en-US" sz="1800" dirty="0">
              <a:solidFill>
                <a:schemeClr val="accent6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051" y="1796098"/>
            <a:ext cx="4897942" cy="3827531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798991"/>
            <a:ext cx="5803502" cy="3614031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" y="1424623"/>
            <a:ext cx="219075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80" y="2568880"/>
            <a:ext cx="1301139" cy="130113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752600"/>
            <a:ext cx="3915519" cy="1485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905000"/>
            <a:ext cx="285750" cy="342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362200"/>
            <a:ext cx="1524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628900"/>
            <a:ext cx="952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2895600"/>
            <a:ext cx="9525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" y="3467100"/>
            <a:ext cx="5334000" cy="723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629025"/>
            <a:ext cx="171450" cy="171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3467100"/>
            <a:ext cx="5334000" cy="723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3629025"/>
            <a:ext cx="171450" cy="17145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6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内存管理</a:t>
            </a:r>
            <a:endParaRPr lang="en-US" sz="2700" dirty="0"/>
          </a:p>
        </p:txBody>
      </p:sp>
      <p:sp>
        <p:nvSpPr>
          <p:cNvPr id="27" name="Text 1"/>
          <p:cNvSpPr/>
          <p:nvPr/>
        </p:nvSpPr>
        <p:spPr>
          <a:xfrm>
            <a:off x="609600" y="1333500"/>
            <a:ext cx="10972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核心问题：动态内存 vs 静态内存？</a:t>
            </a:r>
            <a:endParaRPr lang="en-US" sz="1350" dirty="0"/>
          </a:p>
        </p:txBody>
      </p:sp>
      <p:sp>
        <p:nvSpPr>
          <p:cNvPr id="28" name="Text 2"/>
          <p:cNvSpPr/>
          <p:nvPr/>
        </p:nvSpPr>
        <p:spPr>
          <a:xfrm>
            <a:off x="1162050" y="1943100"/>
            <a:ext cx="152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动态内存</a:t>
            </a:r>
            <a:endParaRPr lang="en-US" sz="1500" dirty="0">
              <a:solidFill>
                <a:schemeClr val="accent4"/>
              </a:solidFill>
            </a:endParaRPr>
          </a:p>
        </p:txBody>
      </p:sp>
      <p:sp>
        <p:nvSpPr>
          <p:cNvPr id="29" name="Text 3"/>
          <p:cNvSpPr/>
          <p:nvPr/>
        </p:nvSpPr>
        <p:spPr>
          <a:xfrm>
            <a:off x="990600" y="2324100"/>
            <a:ext cx="29260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灵活性高，运行时分配</a:t>
            </a:r>
            <a:endParaRPr lang="en-US" sz="1200" dirty="0"/>
          </a:p>
        </p:txBody>
      </p:sp>
      <p:sp>
        <p:nvSpPr>
          <p:cNvPr id="30" name="Text 4"/>
          <p:cNvSpPr/>
          <p:nvPr/>
        </p:nvSpPr>
        <p:spPr>
          <a:xfrm>
            <a:off x="933450" y="25908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内存安全风险</a:t>
            </a:r>
            <a:endParaRPr lang="en-US" sz="1200" dirty="0"/>
          </a:p>
        </p:txBody>
      </p:sp>
      <p:sp>
        <p:nvSpPr>
          <p:cNvPr id="31" name="Text 5"/>
          <p:cNvSpPr/>
          <p:nvPr/>
        </p:nvSpPr>
        <p:spPr>
          <a:xfrm>
            <a:off x="933450" y="28575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手动管理繁琐</a:t>
            </a:r>
            <a:endParaRPr lang="en-US" sz="120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3658030" y="1789980"/>
            <a:ext cx="3141762" cy="1485900"/>
            <a:chOff x="4525119" y="1752600"/>
            <a:chExt cx="3141762" cy="1485900"/>
          </a:xfrm>
        </p:grpSpPr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25119" y="1752600"/>
              <a:ext cx="3141762" cy="1485900"/>
            </a:xfrm>
            <a:prstGeom prst="rect">
              <a:avLst/>
            </a:prstGeom>
          </p:spPr>
        </p:pic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194376" y="1916840"/>
              <a:ext cx="247650" cy="3429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442026" y="2781300"/>
              <a:ext cx="152400" cy="1524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447140" y="2483216"/>
              <a:ext cx="152400" cy="152400"/>
            </a:xfrm>
            <a:prstGeom prst="rect">
              <a:avLst/>
            </a:prstGeom>
          </p:spPr>
        </p:pic>
        <p:sp>
          <p:nvSpPr>
            <p:cNvPr id="33" name="Text 7"/>
            <p:cNvSpPr/>
            <p:nvPr/>
          </p:nvSpPr>
          <p:spPr>
            <a:xfrm>
              <a:off x="5600700" y="2457450"/>
              <a:ext cx="12192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endParaRPr lang="en-US" sz="1200" b="1" dirty="0">
                <a:solidFill>
                  <a:schemeClr val="accent4"/>
                </a:solidFill>
              </a:endParaRPr>
            </a:p>
          </p:txBody>
        </p:sp>
        <p:sp>
          <p:nvSpPr>
            <p:cNvPr id="34" name="Text 8"/>
            <p:cNvSpPr/>
            <p:nvPr/>
          </p:nvSpPr>
          <p:spPr>
            <a:xfrm>
              <a:off x="5295901" y="2724150"/>
              <a:ext cx="1837006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algn="ctr">
                <a:lnSpc>
                  <a:spcPts val="1800"/>
                </a:lnSpc>
              </a:pPr>
              <a:r>
                <a:rPr lang="zh-CN" altLang="en-US" sz="1200" b="1" dirty="0">
                  <a:solidFill>
                    <a:schemeClr val="bg2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回收：</a:t>
              </a:r>
              <a:r>
                <a:rPr lang="en-US" altLang="zh-CN" sz="1200" b="1" dirty="0" err="1">
                  <a:solidFill>
                    <a:schemeClr val="accent6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AutoFree</a:t>
              </a:r>
              <a:endParaRPr lang="en-US" sz="1200" b="1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8257431" y="1752600"/>
            <a:ext cx="3915519" cy="1485900"/>
            <a:chOff x="7666881" y="1752600"/>
            <a:chExt cx="3915519" cy="1485900"/>
          </a:xfrm>
        </p:grpSpPr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666881" y="1752600"/>
              <a:ext cx="3915519" cy="148590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819281" y="1905000"/>
              <a:ext cx="323850" cy="3429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819281" y="2362200"/>
              <a:ext cx="152400" cy="1524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19281" y="2628900"/>
              <a:ext cx="95250" cy="1524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819281" y="2895600"/>
              <a:ext cx="95250" cy="152400"/>
            </a:xfrm>
            <a:prstGeom prst="rect">
              <a:avLst/>
            </a:prstGeom>
          </p:spPr>
        </p:pic>
        <p:sp>
          <p:nvSpPr>
            <p:cNvPr id="35" name="Text 9"/>
            <p:cNvSpPr/>
            <p:nvPr/>
          </p:nvSpPr>
          <p:spPr>
            <a:xfrm>
              <a:off x="8257431" y="1943100"/>
              <a:ext cx="15240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chemeClr val="accent5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静态内存</a:t>
              </a:r>
              <a:endParaRPr lang="en-US" sz="1500" dirty="0">
                <a:solidFill>
                  <a:schemeClr val="accent5"/>
                </a:solidFill>
              </a:endParaRPr>
            </a:p>
          </p:txBody>
        </p:sp>
        <p:sp>
          <p:nvSpPr>
            <p:cNvPr id="36" name="Text 10"/>
            <p:cNvSpPr/>
            <p:nvPr/>
          </p:nvSpPr>
          <p:spPr>
            <a:xfrm>
              <a:off x="8047881" y="2324100"/>
              <a:ext cx="262128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性能高，编译时确定</a:t>
              </a:r>
              <a:endParaRPr lang="en-US" sz="1200" dirty="0"/>
            </a:p>
          </p:txBody>
        </p:sp>
        <p:sp>
          <p:nvSpPr>
            <p:cNvPr id="37" name="Text 11"/>
            <p:cNvSpPr/>
            <p:nvPr/>
          </p:nvSpPr>
          <p:spPr>
            <a:xfrm>
              <a:off x="7990731" y="2590800"/>
              <a:ext cx="15240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灵活性受限</a:t>
              </a:r>
              <a:endParaRPr lang="en-US" sz="1200" dirty="0"/>
            </a:p>
          </p:txBody>
        </p:sp>
        <p:sp>
          <p:nvSpPr>
            <p:cNvPr id="38" name="Text 12"/>
            <p:cNvSpPr/>
            <p:nvPr/>
          </p:nvSpPr>
          <p:spPr>
            <a:xfrm>
              <a:off x="7990731" y="2857500"/>
              <a:ext cx="27432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难处理动态数据结构</a:t>
              </a:r>
              <a:endParaRPr lang="en-US" sz="1200" dirty="0"/>
            </a:p>
          </p:txBody>
        </p:sp>
      </p:grpSp>
      <p:sp>
        <p:nvSpPr>
          <p:cNvPr id="39" name="Text 13"/>
          <p:cNvSpPr/>
          <p:nvPr/>
        </p:nvSpPr>
        <p:spPr>
          <a:xfrm>
            <a:off x="971550" y="3581400"/>
            <a:ext cx="55549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Default</a:t>
            </a: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Storage（默认存储策略）</a:t>
            </a:r>
            <a:endParaRPr lang="en-US" sz="1350" dirty="0"/>
          </a:p>
        </p:txBody>
      </p:sp>
      <p:sp>
        <p:nvSpPr>
          <p:cNvPr id="40" name="Text 14"/>
          <p:cNvSpPr/>
          <p:nvPr/>
        </p:nvSpPr>
        <p:spPr>
          <a:xfrm>
            <a:off x="723900" y="3886200"/>
            <a:ext cx="69875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根据变量特性自动选择最佳内存分配策略，无需开发者干预。</a:t>
            </a:r>
            <a:endParaRPr lang="en-US" sz="1050" dirty="0"/>
          </a:p>
        </p:txBody>
      </p:sp>
      <p:sp>
        <p:nvSpPr>
          <p:cNvPr id="41" name="Text 15"/>
          <p:cNvSpPr/>
          <p:nvPr/>
        </p:nvSpPr>
        <p:spPr>
          <a:xfrm>
            <a:off x="6610350" y="3581400"/>
            <a:ext cx="5105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Prelude</a:t>
            </a: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Config（预置配置）</a:t>
            </a:r>
            <a:endParaRPr lang="en-US" sz="1350" dirty="0"/>
          </a:p>
        </p:txBody>
      </p:sp>
      <p:sp>
        <p:nvSpPr>
          <p:cNvPr id="42" name="Text 16"/>
          <p:cNvSpPr/>
          <p:nvPr/>
        </p:nvSpPr>
        <p:spPr>
          <a:xfrm>
            <a:off x="6362700" y="3886200"/>
            <a:ext cx="67208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对于不同系统，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预制的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内存管理配置</a:t>
            </a:r>
            <a:endParaRPr lang="en-US" sz="1050" dirty="0"/>
          </a:p>
        </p:txBody>
      </p:sp>
      <p:sp>
        <p:nvSpPr>
          <p:cNvPr id="43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1066800" y="6067425"/>
            <a:ext cx="9601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memory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15240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600200" y="6067425"/>
            <a:ext cx="19202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"management"</a:t>
            </a:r>
            <a:endParaRPr lang="en-US" sz="1050" dirty="0"/>
          </a:p>
        </p:txBody>
      </p:sp>
      <p:sp>
        <p:nvSpPr>
          <p:cNvPr id="48" name="Text 22"/>
          <p:cNvSpPr/>
          <p:nvPr/>
        </p:nvSpPr>
        <p:spPr>
          <a:xfrm>
            <a:off x="25146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6250" y="4171222"/>
            <a:ext cx="5251479" cy="1715953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48400" y="4171222"/>
            <a:ext cx="4523002" cy="1347745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248400" y="5637360"/>
            <a:ext cx="4688883" cy="1016960"/>
          </a:xfrm>
          <a:prstGeom prst="rect">
            <a:avLst/>
          </a:prstGeom>
        </p:spPr>
      </p:pic>
      <p:sp>
        <p:nvSpPr>
          <p:cNvPr id="32" name="Text 6"/>
          <p:cNvSpPr/>
          <p:nvPr/>
        </p:nvSpPr>
        <p:spPr>
          <a:xfrm>
            <a:off x="4663440" y="1942289"/>
            <a:ext cx="3048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D489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的统一方案</a:t>
            </a:r>
            <a:endParaRPr lang="en-US" sz="1500" dirty="0">
              <a:solidFill>
                <a:srgbClr val="ED489A"/>
              </a:solidFill>
            </a:endParaRPr>
          </a:p>
        </p:txBody>
      </p:sp>
      <p:sp>
        <p:nvSpPr>
          <p:cNvPr id="59" name="Text 8"/>
          <p:cNvSpPr/>
          <p:nvPr/>
        </p:nvSpPr>
        <p:spPr>
          <a:xfrm>
            <a:off x="4430446" y="2466975"/>
            <a:ext cx="1837006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zh-CN" altLang="en-US" sz="1200" b="1" dirty="0">
                <a:solidFill>
                  <a:schemeClr val="bg2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分配：</a:t>
            </a:r>
            <a:r>
              <a:rPr lang="zh-CN" altLang="en-US" sz="1200" b="1" dirty="0">
                <a:solidFill>
                  <a:schemeClr val="accent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动静结合</a:t>
            </a:r>
            <a:endParaRPr lang="en-US" sz="1200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562100"/>
            <a:ext cx="3505200" cy="1562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1762125"/>
            <a:ext cx="247650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562100"/>
            <a:ext cx="3505200" cy="1562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3900" y="1762125"/>
            <a:ext cx="285750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77200" y="1562100"/>
            <a:ext cx="3505200" cy="15621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67700" y="1762125"/>
            <a:ext cx="285750" cy="2857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124200"/>
            <a:ext cx="10972800" cy="36576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1001" y="1685925"/>
            <a:ext cx="1903958" cy="390525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84172" y="1409700"/>
            <a:ext cx="1298228" cy="3905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异步并发</a:t>
            </a:r>
            <a:endParaRPr lang="en-US" sz="2700" dirty="0"/>
          </a:p>
        </p:txBody>
      </p:sp>
      <p:sp>
        <p:nvSpPr>
          <p:cNvPr id="25" name="Text 1"/>
          <p:cNvSpPr/>
          <p:nvPr/>
        </p:nvSpPr>
        <p:spPr>
          <a:xfrm>
            <a:off x="800100" y="2209800"/>
            <a:ext cx="3810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084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原生支持异步编程模型</a:t>
            </a:r>
            <a:endParaRPr lang="en-US" sz="1500" dirty="0">
              <a:solidFill>
                <a:srgbClr val="C084FC"/>
              </a:solidFill>
            </a:endParaRPr>
          </a:p>
        </p:txBody>
      </p:sp>
      <p:sp>
        <p:nvSpPr>
          <p:cNvPr id="26" name="Text 2"/>
          <p:cNvSpPr/>
          <p:nvPr/>
        </p:nvSpPr>
        <p:spPr>
          <a:xfrm>
            <a:off x="800100" y="2552700"/>
            <a:ext cx="312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通过~T类型表示异步计算，编译器自动处理复杂的状态机转换与协程生成。</a:t>
            </a:r>
            <a:endParaRPr lang="en-US" sz="1050" dirty="0"/>
          </a:p>
        </p:txBody>
      </p:sp>
      <p:sp>
        <p:nvSpPr>
          <p:cNvPr id="27" name="Text 3"/>
          <p:cNvSpPr/>
          <p:nvPr/>
        </p:nvSpPr>
        <p:spPr>
          <a:xfrm>
            <a:off x="4533900" y="220980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2D3E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消息传递机制</a:t>
            </a:r>
            <a:endParaRPr lang="en-US" sz="1500" dirty="0">
              <a:solidFill>
                <a:srgbClr val="22D3EE"/>
              </a:solidFill>
            </a:endParaRPr>
          </a:p>
        </p:txBody>
      </p:sp>
      <p:sp>
        <p:nvSpPr>
          <p:cNvPr id="28" name="Text 4"/>
          <p:cNvSpPr/>
          <p:nvPr/>
        </p:nvSpPr>
        <p:spPr>
          <a:xfrm>
            <a:off x="4533900" y="2552700"/>
            <a:ext cx="312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Task间通过消息传递共享数据，避免共享内存带来的复杂同步问题与数据竞争。</a:t>
            </a:r>
            <a:endParaRPr lang="en-US" sz="1050" dirty="0"/>
          </a:p>
        </p:txBody>
      </p:sp>
      <p:sp>
        <p:nvSpPr>
          <p:cNvPr id="29" name="Text 5"/>
          <p:cNvSpPr/>
          <p:nvPr/>
        </p:nvSpPr>
        <p:spPr>
          <a:xfrm>
            <a:off x="8267700" y="220980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无数据竞争的并发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0" name="Text 6"/>
          <p:cNvSpPr/>
          <p:nvPr/>
        </p:nvSpPr>
        <p:spPr>
          <a:xfrm>
            <a:off x="8267700" y="2552700"/>
            <a:ext cx="312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通过所有权系统和消息传递，在编译期消除数据竞争，保证程序安全性。</a:t>
            </a:r>
            <a:endParaRPr lang="en-US" sz="1050" dirty="0"/>
          </a:p>
        </p:txBody>
      </p:sp>
      <p:grpSp>
        <p:nvGrpSpPr>
          <p:cNvPr id="50" name="组合 49"/>
          <p:cNvGrpSpPr/>
          <p:nvPr/>
        </p:nvGrpSpPr>
        <p:grpSpPr>
          <a:xfrm>
            <a:off x="1706880" y="4614297"/>
            <a:ext cx="960120" cy="571500"/>
            <a:chOff x="2324011" y="2952750"/>
            <a:chExt cx="960120" cy="571500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327821" y="2952750"/>
              <a:ext cx="952500" cy="5715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708821" y="2990850"/>
              <a:ext cx="190500" cy="266700"/>
            </a:xfrm>
            <a:prstGeom prst="rect">
              <a:avLst/>
            </a:prstGeom>
          </p:spPr>
        </p:pic>
        <p:sp>
          <p:nvSpPr>
            <p:cNvPr id="31" name="Text 7"/>
            <p:cNvSpPr/>
            <p:nvPr/>
          </p:nvSpPr>
          <p:spPr>
            <a:xfrm>
              <a:off x="2324011" y="3295650"/>
              <a:ext cx="9601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A</a:t>
              </a:r>
              <a:endParaRPr lang="en-US" sz="1050" dirty="0"/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5619750" y="3438525"/>
            <a:ext cx="960120" cy="571500"/>
            <a:chOff x="5615940" y="2221111"/>
            <a:chExt cx="960120" cy="571500"/>
          </a:xfrm>
        </p:grpSpPr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619750" y="2221111"/>
              <a:ext cx="952500" cy="5715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34088" y="2259211"/>
              <a:ext cx="123825" cy="266700"/>
            </a:xfrm>
            <a:prstGeom prst="rect">
              <a:avLst/>
            </a:prstGeom>
          </p:spPr>
        </p:pic>
        <p:sp>
          <p:nvSpPr>
            <p:cNvPr id="32" name="Text 8"/>
            <p:cNvSpPr/>
            <p:nvPr/>
          </p:nvSpPr>
          <p:spPr>
            <a:xfrm>
              <a:off x="5615940" y="2564011"/>
              <a:ext cx="9601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B</a:t>
              </a:r>
              <a:endParaRPr lang="en-US" sz="1050" dirty="0"/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507855" y="4614297"/>
            <a:ext cx="960120" cy="571500"/>
            <a:chOff x="8907646" y="2952750"/>
            <a:chExt cx="960120" cy="5715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8911530" y="2952750"/>
              <a:ext cx="952500" cy="5715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9316194" y="2990850"/>
              <a:ext cx="142875" cy="266700"/>
            </a:xfrm>
            <a:prstGeom prst="rect">
              <a:avLst/>
            </a:prstGeom>
          </p:spPr>
        </p:pic>
        <p:sp>
          <p:nvSpPr>
            <p:cNvPr id="33" name="Text 9"/>
            <p:cNvSpPr/>
            <p:nvPr/>
          </p:nvSpPr>
          <p:spPr>
            <a:xfrm>
              <a:off x="8907646" y="3295650"/>
              <a:ext cx="9601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C</a:t>
              </a:r>
              <a:endParaRPr lang="en-US" sz="1050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616014" y="5836404"/>
            <a:ext cx="960120" cy="571500"/>
            <a:chOff x="5615866" y="3684240"/>
            <a:chExt cx="960120" cy="571500"/>
          </a:xfrm>
        </p:grpSpPr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619750" y="3684240"/>
              <a:ext cx="952500" cy="57150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000601" y="3722340"/>
              <a:ext cx="190500" cy="266700"/>
            </a:xfrm>
            <a:prstGeom prst="rect">
              <a:avLst/>
            </a:prstGeom>
          </p:spPr>
        </p:pic>
        <p:sp>
          <p:nvSpPr>
            <p:cNvPr id="34" name="Text 10"/>
            <p:cNvSpPr/>
            <p:nvPr/>
          </p:nvSpPr>
          <p:spPr>
            <a:xfrm>
              <a:off x="5615866" y="4027140"/>
              <a:ext cx="9601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Task D</a:t>
              </a:r>
              <a:endParaRPr lang="en-US" sz="1050" dirty="0"/>
            </a:p>
          </p:txBody>
        </p:sp>
      </p:grpSp>
      <p:sp>
        <p:nvSpPr>
          <p:cNvPr id="35" name="Text 11"/>
          <p:cNvSpPr/>
          <p:nvPr/>
        </p:nvSpPr>
        <p:spPr>
          <a:xfrm>
            <a:off x="1233400" y="1781175"/>
            <a:ext cx="1621353" cy="2952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核心抽象：</a:t>
            </a:r>
            <a:r>
              <a:rPr lang="en-US" altLang="zh-CN" sz="1200" b="1" dirty="0" err="1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Actor</a:t>
            </a:r>
            <a:r>
              <a:rPr lang="zh-CN" alt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模型</a:t>
            </a:r>
            <a:endParaRPr lang="en-US" sz="1200" dirty="0">
              <a:solidFill>
                <a:srgbClr val="C084FC"/>
              </a:solidFill>
            </a:endParaRPr>
          </a:p>
        </p:txBody>
      </p:sp>
      <p:sp>
        <p:nvSpPr>
          <p:cNvPr id="36" name="Text 12"/>
          <p:cNvSpPr/>
          <p:nvPr/>
        </p:nvSpPr>
        <p:spPr>
          <a:xfrm>
            <a:off x="4985917" y="1804988"/>
            <a:ext cx="7315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3B82F6"/>
                </a:solidFill>
                <a:latin typeface="等线" panose="02010600030101010101" charset="-122"/>
                <a:ea typeface="等线" panose="02010600030101010101" charset="-122"/>
                <a:cs typeface="ui-monospace" pitchFamily="34" charset="-120"/>
              </a:rPr>
              <a:t>Task</a:t>
            </a:r>
            <a:endParaRPr lang="en-US" sz="1200" b="1" dirty="0">
              <a:solidFill>
                <a:srgbClr val="3B82F6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5351514" y="1782629"/>
            <a:ext cx="365760" cy="1809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/ </a:t>
            </a:r>
            <a:endParaRPr lang="en-US" sz="1200" dirty="0"/>
          </a:p>
        </p:txBody>
      </p:sp>
      <p:sp>
        <p:nvSpPr>
          <p:cNvPr id="38" name="Text 14"/>
          <p:cNvSpPr/>
          <p:nvPr/>
        </p:nvSpPr>
        <p:spPr>
          <a:xfrm>
            <a:off x="5452278" y="1803212"/>
            <a:ext cx="5486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C084FC"/>
                </a:solidFill>
                <a:latin typeface="等线" panose="02010600030101010101" charset="-122"/>
                <a:ea typeface="等线" panose="02010600030101010101" charset="-122"/>
                <a:cs typeface="ui-monospace" pitchFamily="34" charset="-120"/>
              </a:rPr>
              <a:t>Msg</a:t>
            </a:r>
            <a:endParaRPr lang="en-US" sz="1400" b="1" dirty="0">
              <a:solidFill>
                <a:srgbClr val="C084FC"/>
              </a:solidFill>
              <a:latin typeface="等线" panose="02010600030101010101" charset="-122"/>
              <a:ea typeface="等线" panose="02010600030101010101" charset="-122"/>
              <a:cs typeface="ui-monospace" pitchFamily="34" charset="-120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8743950" y="1790700"/>
            <a:ext cx="1402080" cy="1809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异步</a:t>
            </a:r>
            <a:r>
              <a:rPr lang="en-US" altLang="zh-CN" sz="1200" b="1" dirty="0" err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Future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endParaRPr lang="en-US" sz="1200" dirty="0"/>
          </a:p>
        </p:txBody>
      </p:sp>
      <p:sp>
        <p:nvSpPr>
          <p:cNvPr id="40" name="Text 16"/>
          <p:cNvSpPr/>
          <p:nvPr/>
        </p:nvSpPr>
        <p:spPr>
          <a:xfrm>
            <a:off x="9616440" y="1805305"/>
            <a:ext cx="743585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22C55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~T</a:t>
            </a:r>
            <a:endParaRPr lang="en-US" sz="1400" b="1" dirty="0">
              <a:solidFill>
                <a:srgbClr val="22C55E"/>
              </a:solidFill>
            </a:endParaRPr>
          </a:p>
        </p:txBody>
      </p:sp>
      <p:sp>
        <p:nvSpPr>
          <p:cNvPr id="53" name="Text 14"/>
          <p:cNvSpPr/>
          <p:nvPr/>
        </p:nvSpPr>
        <p:spPr>
          <a:xfrm>
            <a:off x="7656661" y="3843580"/>
            <a:ext cx="1037887" cy="3407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Timer</a:t>
            </a:r>
            <a:r>
              <a:rPr lang="en-US" sz="1400" b="1" dirty="0" err="1">
                <a:solidFill>
                  <a:srgbClr val="22D3EE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Msg</a:t>
            </a:r>
            <a:endParaRPr lang="en-US" sz="1200" b="1" dirty="0"/>
          </a:p>
        </p:txBody>
      </p:sp>
      <p:sp>
        <p:nvSpPr>
          <p:cNvPr id="54" name="Text 14"/>
          <p:cNvSpPr/>
          <p:nvPr/>
        </p:nvSpPr>
        <p:spPr>
          <a:xfrm>
            <a:off x="3872642" y="5571561"/>
            <a:ext cx="1037887" cy="3407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rgbClr val="EC489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OnceMsg</a:t>
            </a:r>
            <a:endParaRPr lang="en-US" sz="1200" b="1" dirty="0">
              <a:solidFill>
                <a:srgbClr val="EC4899"/>
              </a:solidFill>
            </a:endParaRPr>
          </a:p>
        </p:txBody>
      </p:sp>
      <p:sp>
        <p:nvSpPr>
          <p:cNvPr id="55" name="Text 14"/>
          <p:cNvSpPr/>
          <p:nvPr/>
        </p:nvSpPr>
        <p:spPr>
          <a:xfrm>
            <a:off x="3730922" y="3967446"/>
            <a:ext cx="1037887" cy="3407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chemeClr val="accent4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BroadCast</a:t>
            </a:r>
            <a:endParaRPr lang="en-US" sz="1200" b="1" dirty="0">
              <a:solidFill>
                <a:schemeClr val="accent4"/>
              </a:solidFill>
            </a:endParaRPr>
          </a:p>
        </p:txBody>
      </p:sp>
      <p:sp>
        <p:nvSpPr>
          <p:cNvPr id="56" name="Text 14"/>
          <p:cNvSpPr/>
          <p:nvPr/>
        </p:nvSpPr>
        <p:spPr>
          <a:xfrm>
            <a:off x="7770871" y="5571561"/>
            <a:ext cx="1037887" cy="34072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400" b="1" dirty="0" err="1">
                <a:solidFill>
                  <a:schemeClr val="accent6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RPCCall</a:t>
            </a:r>
            <a:endParaRPr lang="en-US" sz="1200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异步并发</a:t>
            </a:r>
            <a:endParaRPr lang="en-US" sz="2700" dirty="0"/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74" y="2032000"/>
            <a:ext cx="5594626" cy="3779662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6" y="2099731"/>
            <a:ext cx="6175116" cy="3595511"/>
          </a:xfrm>
          <a:prstGeom prst="rect">
            <a:avLst/>
          </a:prstGeom>
        </p:spPr>
      </p:pic>
      <p:pic>
        <p:nvPicPr>
          <p:cNvPr id="6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62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1562100"/>
            <a:ext cx="257175" cy="304800"/>
          </a:xfrm>
          <a:prstGeom prst="rect">
            <a:avLst/>
          </a:prstGeom>
        </p:spPr>
      </p:pic>
      <p:sp>
        <p:nvSpPr>
          <p:cNvPr id="63" name="Text 1"/>
          <p:cNvSpPr/>
          <p:nvPr/>
        </p:nvSpPr>
        <p:spPr>
          <a:xfrm>
            <a:off x="1257300" y="1562100"/>
            <a:ext cx="4389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单个</a:t>
            </a:r>
            <a:r>
              <a:rPr lang="en-US" altLang="zh-CN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Future</a:t>
            </a:r>
            <a:endParaRPr lang="en-US" sz="1800" dirty="0"/>
          </a:p>
        </p:txBody>
      </p:sp>
      <p:pic>
        <p:nvPicPr>
          <p:cNvPr id="64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1485900"/>
            <a:ext cx="457200" cy="457200"/>
          </a:xfrm>
          <a:prstGeom prst="rect">
            <a:avLst/>
          </a:prstGeom>
        </p:spPr>
      </p:pic>
      <p:pic>
        <p:nvPicPr>
          <p:cNvPr id="65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91300" y="1562100"/>
            <a:ext cx="228600" cy="304800"/>
          </a:xfrm>
          <a:prstGeom prst="rect">
            <a:avLst/>
          </a:prstGeom>
        </p:spPr>
      </p:pic>
      <p:sp>
        <p:nvSpPr>
          <p:cNvPr id="66" name="Text 18"/>
          <p:cNvSpPr/>
          <p:nvPr/>
        </p:nvSpPr>
        <p:spPr>
          <a:xfrm>
            <a:off x="7048500" y="1562100"/>
            <a:ext cx="38404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zh-CN" altLang="en-US" sz="1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多个</a:t>
            </a:r>
            <a:r>
              <a:rPr lang="en-US" altLang="zh-CN" sz="1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Future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1333500"/>
            <a:ext cx="2438400" cy="10668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175" y="1457325"/>
            <a:ext cx="2476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9800" y="2552700"/>
            <a:ext cx="2438400" cy="1066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4100" y="267652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76800" y="2552700"/>
            <a:ext cx="2438400" cy="10668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91100" y="2676525"/>
            <a:ext cx="219075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43800" y="2552700"/>
            <a:ext cx="2438400" cy="1066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8100" y="2676525"/>
            <a:ext cx="285750" cy="2857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4133850"/>
            <a:ext cx="3657600" cy="91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3810000"/>
            <a:ext cx="190500" cy="190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3815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72000" y="4953000"/>
            <a:ext cx="190500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</a:t>
            </a:r>
            <a:r>
              <a:rPr lang="en-US" sz="27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标准库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4991100" y="1828800"/>
            <a:ext cx="2209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io.at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4991100" y="2095500"/>
            <a:ext cx="2209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统一接口</a:t>
            </a:r>
            <a:endParaRPr lang="en-US" sz="1050" dirty="0"/>
          </a:p>
        </p:txBody>
      </p:sp>
      <p:sp>
        <p:nvSpPr>
          <p:cNvPr id="23" name="Text 3"/>
          <p:cNvSpPr/>
          <p:nvPr/>
        </p:nvSpPr>
        <p:spPr>
          <a:xfrm>
            <a:off x="2324100" y="3048000"/>
            <a:ext cx="2209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io.vm.at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2324100" y="3314700"/>
            <a:ext cx="2209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虚拟机后端</a:t>
            </a:r>
            <a:endParaRPr lang="en-US" sz="1050" dirty="0"/>
          </a:p>
        </p:txBody>
      </p:sp>
      <p:sp>
        <p:nvSpPr>
          <p:cNvPr id="25" name="Text 5"/>
          <p:cNvSpPr/>
          <p:nvPr/>
        </p:nvSpPr>
        <p:spPr>
          <a:xfrm>
            <a:off x="4991100" y="3048000"/>
            <a:ext cx="2209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io.rs.at</a:t>
            </a:r>
            <a:endParaRPr lang="en-US" sz="1500" dirty="0"/>
          </a:p>
        </p:txBody>
      </p:sp>
      <p:sp>
        <p:nvSpPr>
          <p:cNvPr id="26" name="Text 6"/>
          <p:cNvSpPr/>
          <p:nvPr/>
        </p:nvSpPr>
        <p:spPr>
          <a:xfrm>
            <a:off x="4991100" y="3314700"/>
            <a:ext cx="2209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Rust 后端</a:t>
            </a: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7658100" y="3048000"/>
            <a:ext cx="2209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io.c.at</a:t>
            </a:r>
            <a:endParaRPr lang="en-US" sz="1500" dirty="0"/>
          </a:p>
        </p:txBody>
      </p:sp>
      <p:sp>
        <p:nvSpPr>
          <p:cNvPr id="28" name="Text 8"/>
          <p:cNvSpPr/>
          <p:nvPr/>
        </p:nvSpPr>
        <p:spPr>
          <a:xfrm>
            <a:off x="7658100" y="3314700"/>
            <a:ext cx="2209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 后端</a:t>
            </a:r>
            <a:endParaRPr lang="en-US" sz="1050" dirty="0"/>
          </a:p>
        </p:txBody>
      </p:sp>
      <p:sp>
        <p:nvSpPr>
          <p:cNvPr id="29" name="Text 9"/>
          <p:cNvSpPr/>
          <p:nvPr/>
        </p:nvSpPr>
        <p:spPr>
          <a:xfrm>
            <a:off x="4838700" y="3771900"/>
            <a:ext cx="701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一次编写，多平台运行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800600" y="4038600"/>
            <a:ext cx="9326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统一API，可编译至不同平台，实现"Write Once, Run Anywhere"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4838700" y="4343400"/>
            <a:ext cx="701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平台特定优化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4800600" y="4610100"/>
            <a:ext cx="678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针对不同平台特性进行优化，提供最佳性能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838700" y="4914900"/>
            <a:ext cx="7010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灵活后端选择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4800600" y="5181600"/>
            <a:ext cx="6781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根据目标平台自动选择最合适的后端实现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6096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io</a:t>
            </a:r>
            <a:endParaRPr lang="en-US" sz="1050" dirty="0"/>
          </a:p>
        </p:txBody>
      </p:sp>
      <p:sp>
        <p:nvSpPr>
          <p:cNvPr id="36" name="Text 16"/>
          <p:cNvSpPr/>
          <p:nvPr/>
        </p:nvSpPr>
        <p:spPr>
          <a:xfrm>
            <a:off x="7620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7" name="Text 17"/>
          <p:cNvSpPr/>
          <p:nvPr/>
        </p:nvSpPr>
        <p:spPr>
          <a:xfrm>
            <a:off x="9144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backend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5240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“</a:t>
            </a:r>
            <a:r>
              <a:rPr lang="en-US" sz="1050" dirty="0" err="1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stdlib</a:t>
            </a: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" y="1257300"/>
            <a:ext cx="5486400" cy="4724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1485900"/>
            <a:ext cx="457200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813" y="1562100"/>
            <a:ext cx="257175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2095500"/>
            <a:ext cx="5029200" cy="4191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375" y="2733675"/>
            <a:ext cx="13335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325" y="3305175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4850" y="3876675"/>
            <a:ext cx="15240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850" y="444817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4850" y="5019675"/>
            <a:ext cx="1524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3659" y="1257300"/>
            <a:ext cx="5486400" cy="4724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0" y="1485900"/>
            <a:ext cx="457200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91300" y="156210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77000" y="2095500"/>
            <a:ext cx="5029200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77000" y="2971800"/>
            <a:ext cx="1600200" cy="8001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91300" y="3124200"/>
            <a:ext cx="1524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91500" y="2971800"/>
            <a:ext cx="1600200" cy="8001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5800" y="3124200"/>
            <a:ext cx="17145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06000" y="2971800"/>
            <a:ext cx="1600200" cy="8001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020300" y="3124200"/>
            <a:ext cx="1143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4267200"/>
            <a:ext cx="228600" cy="228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4625" y="4286250"/>
            <a:ext cx="13335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610100"/>
            <a:ext cx="228600" cy="228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15100" y="4629150"/>
            <a:ext cx="152400" cy="1905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4953000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24625" y="4972050"/>
            <a:ext cx="133350" cy="1905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Shell（</a:t>
            </a:r>
            <a:r>
              <a:rPr lang="en-US" sz="27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ASH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）与 UI（</a:t>
            </a:r>
            <a:r>
              <a:rPr lang="en-US" sz="27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Aura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）</a:t>
            </a:r>
            <a:endParaRPr lang="en-US" sz="2700" dirty="0"/>
          </a:p>
        </p:txBody>
      </p:sp>
      <p:sp>
        <p:nvSpPr>
          <p:cNvPr id="33" name="Text 1"/>
          <p:cNvSpPr/>
          <p:nvPr/>
        </p:nvSpPr>
        <p:spPr>
          <a:xfrm>
            <a:off x="1257300" y="1562100"/>
            <a:ext cx="438912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altLang="zh-CN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Shell </a:t>
            </a:r>
            <a:r>
              <a:rPr lang="en-US" altLang="zh-CN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</a:t>
            </a:r>
            <a:r>
              <a:rPr lang="en-US" sz="18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ASH)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800100" y="2219325"/>
            <a:ext cx="4800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ash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5" name="Text 3"/>
          <p:cNvSpPr/>
          <p:nvPr/>
        </p:nvSpPr>
        <p:spPr>
          <a:xfrm>
            <a:off x="1028700" y="22193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6" name="Text 4"/>
          <p:cNvSpPr/>
          <p:nvPr/>
        </p:nvSpPr>
        <p:spPr>
          <a:xfrm>
            <a:off x="1181100" y="22193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7" name="Text 5"/>
          <p:cNvSpPr/>
          <p:nvPr/>
        </p:nvSpPr>
        <p:spPr>
          <a:xfrm>
            <a:off x="1485900" y="2219325"/>
            <a:ext cx="4800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8" name="Text 6"/>
          <p:cNvSpPr/>
          <p:nvPr/>
        </p:nvSpPr>
        <p:spPr>
          <a:xfrm>
            <a:off x="1501140" y="2219325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Shell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0" name="Text 8"/>
          <p:cNvSpPr/>
          <p:nvPr/>
        </p:nvSpPr>
        <p:spPr>
          <a:xfrm>
            <a:off x="990600" y="2667000"/>
            <a:ext cx="55473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 nushell + uutils/coreutils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Text 9"/>
          <p:cNvSpPr/>
          <p:nvPr/>
        </p:nvSpPr>
        <p:spPr>
          <a:xfrm>
            <a:off x="990600" y="2895600"/>
            <a:ext cx="62407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继承强大的Posix</a:t>
            </a:r>
            <a:r>
              <a:rPr lang="zh-CN" alt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跨平台命令实现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" name="Text 10"/>
          <p:cNvSpPr/>
          <p:nvPr/>
        </p:nvSpPr>
        <p:spPr>
          <a:xfrm>
            <a:off x="990600" y="3238500"/>
            <a:ext cx="5364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结构化</a:t>
            </a:r>
            <a:r>
              <a:rPr lang="en-US" sz="1200" b="1" dirty="0" err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管道</a:t>
            </a: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(Pipeline with Atom)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990600" y="3467100"/>
            <a:ext cx="57607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采用</a:t>
            </a:r>
            <a:r>
              <a:rPr lang="en-US" altLang="zh-CN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Atom/</a:t>
            </a:r>
            <a:r>
              <a:rPr lang="en-US" altLang="zh-CN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Batom</a:t>
            </a:r>
            <a:r>
              <a:rPr lang="zh-CN" alt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格式（</a:t>
            </a:r>
            <a:r>
              <a:rPr lang="en-US" altLang="zh-CN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JSON</a:t>
            </a:r>
            <a:r>
              <a:rPr lang="zh-CN" alt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的优化版）作为管道的数据格式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990600" y="38100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跨边界通信 (MCU &lt;-&gt; Windows)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990600" y="4038600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实现不同系统间的无缝数据交换与命令执行</a:t>
            </a:r>
            <a:endParaRPr lang="en-US" sz="1050" dirty="0"/>
          </a:p>
        </p:txBody>
      </p:sp>
      <p:sp>
        <p:nvSpPr>
          <p:cNvPr id="46" name="Text 14"/>
          <p:cNvSpPr/>
          <p:nvPr/>
        </p:nvSpPr>
        <p:spPr>
          <a:xfrm>
            <a:off x="990600" y="4381500"/>
            <a:ext cx="4328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智能命令 (Smart Commands)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990600" y="4610100"/>
            <a:ext cx="40538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AI辅助的命令补全与自动建议功能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990600" y="4953000"/>
            <a:ext cx="304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未来扩展: SafeClaw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990600" y="5181600"/>
            <a:ext cx="57073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计划扩展至SafeClaw，提供更安全的系统级操作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7048500" y="1562100"/>
            <a:ext cx="384048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400"/>
              </a:lnSpc>
            </a:pPr>
            <a:r>
              <a:rPr lang="en-US" altLang="zh-CN" b="1" dirty="0">
                <a:solidFill>
                  <a:schemeClr val="bg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 UI </a:t>
            </a:r>
            <a:r>
              <a:rPr lang="en-US" altLang="zh-CN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</a:t>
            </a:r>
            <a:r>
              <a:rPr lang="en-US" sz="1800" b="1" dirty="0">
                <a:solidFill>
                  <a:srgbClr val="F472B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Aura)</a:t>
            </a:r>
            <a:endParaRPr lang="en-US" sz="1800" dirty="0"/>
          </a:p>
        </p:txBody>
      </p:sp>
      <p:sp>
        <p:nvSpPr>
          <p:cNvPr id="51" name="Text 19"/>
          <p:cNvSpPr/>
          <p:nvPr/>
        </p:nvSpPr>
        <p:spPr>
          <a:xfrm>
            <a:off x="6591300" y="22193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aura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6896100" y="22193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7048500" y="22193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7353300" y="2219325"/>
            <a:ext cx="4800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7421880" y="2216257"/>
            <a:ext cx="14401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U</a:t>
            </a:r>
            <a:r>
              <a:rPr lang="en-US" altLang="zh-CN" sz="1050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I</a:t>
            </a:r>
            <a:endParaRPr lang="en-US" sz="1050" dirty="0">
              <a:solidFill>
                <a:schemeClr val="accent5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7635110" y="2219324"/>
            <a:ext cx="1957937" cy="16838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Representation Abstract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6477000" y="2667000"/>
            <a:ext cx="502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多平台目标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6819900" y="3086100"/>
            <a:ext cx="548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Web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6591300" y="3352800"/>
            <a:ext cx="242316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Vue3 + shadcn-vue</a:t>
            </a:r>
            <a:endParaRPr lang="en-US" sz="9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8553450" y="3086100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Desktop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8305800" y="3352800"/>
            <a:ext cx="329184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Tauri Desktop</a:t>
            </a:r>
            <a:endParaRPr lang="en-US" sz="9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2" name="Text 30"/>
          <p:cNvSpPr/>
          <p:nvPr/>
        </p:nvSpPr>
        <p:spPr>
          <a:xfrm>
            <a:off x="10210800" y="3086100"/>
            <a:ext cx="1097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Mobile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3" name="Text 31"/>
          <p:cNvSpPr/>
          <p:nvPr/>
        </p:nvSpPr>
        <p:spPr>
          <a:xfrm>
            <a:off x="10031730" y="3315992"/>
            <a:ext cx="137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Jetpack Compose / </a:t>
            </a:r>
            <a:r>
              <a:rPr lang="en-US" altLang="zh-CN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Harmony</a:t>
            </a:r>
            <a:endParaRPr lang="en-US" sz="9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4" name="Text 32"/>
          <p:cNvSpPr/>
          <p:nvPr/>
        </p:nvSpPr>
        <p:spPr>
          <a:xfrm>
            <a:off x="6477000" y="3962400"/>
            <a:ext cx="502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灵活后端设计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6819900" y="4267200"/>
            <a:ext cx="60807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Web → Rust HTTP Server</a:t>
            </a: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轻松实现前后端分离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6" name="Text 34"/>
          <p:cNvSpPr/>
          <p:nvPr/>
        </p:nvSpPr>
        <p:spPr>
          <a:xfrm>
            <a:off x="6819900" y="4610100"/>
            <a:ext cx="544068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Desktop → Rust IPC</a:t>
            </a: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高效的桌面应用交互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7" name="Text 35"/>
          <p:cNvSpPr/>
          <p:nvPr/>
        </p:nvSpPr>
        <p:spPr>
          <a:xfrm>
            <a:off x="6819900" y="4953000"/>
            <a:ext cx="58140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MCU → C + LVGL (未来)</a:t>
            </a: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支持嵌入式设备界面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8" name="Text 36"/>
          <p:cNvSpPr/>
          <p:nvPr/>
        </p:nvSpPr>
        <p:spPr>
          <a:xfrm>
            <a:off x="457200" y="62198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9" name="Text 37"/>
          <p:cNvSpPr/>
          <p:nvPr/>
        </p:nvSpPr>
        <p:spPr>
          <a:xfrm>
            <a:off x="762000" y="6219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914400" y="6219825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shell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1" name="Text 39"/>
          <p:cNvSpPr/>
          <p:nvPr/>
        </p:nvSpPr>
        <p:spPr>
          <a:xfrm>
            <a:off x="12954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2" name="Text 40"/>
          <p:cNvSpPr/>
          <p:nvPr/>
        </p:nvSpPr>
        <p:spPr>
          <a:xfrm>
            <a:off x="1371600" y="6219825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"ash"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17526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4" name="Text 42"/>
          <p:cNvSpPr/>
          <p:nvPr/>
        </p:nvSpPr>
        <p:spPr>
          <a:xfrm>
            <a:off x="1905000" y="62198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5" name="Text 43"/>
          <p:cNvSpPr/>
          <p:nvPr/>
        </p:nvSpPr>
        <p:spPr>
          <a:xfrm>
            <a:off x="2209800" y="6219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6" name="Text 44"/>
          <p:cNvSpPr/>
          <p:nvPr/>
        </p:nvSpPr>
        <p:spPr>
          <a:xfrm>
            <a:off x="2362200" y="6219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ui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7" name="Text 45"/>
          <p:cNvSpPr/>
          <p:nvPr/>
        </p:nvSpPr>
        <p:spPr>
          <a:xfrm>
            <a:off x="25146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8" name="Text 46"/>
          <p:cNvSpPr/>
          <p:nvPr/>
        </p:nvSpPr>
        <p:spPr>
          <a:xfrm>
            <a:off x="2590800" y="6219825"/>
            <a:ext cx="9601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"aura"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9" name="Text 47"/>
          <p:cNvSpPr/>
          <p:nvPr/>
        </p:nvSpPr>
        <p:spPr>
          <a:xfrm>
            <a:off x="3048000" y="62198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9" name="Text 31"/>
          <p:cNvSpPr/>
          <p:nvPr/>
        </p:nvSpPr>
        <p:spPr>
          <a:xfrm>
            <a:off x="10031730" y="3508429"/>
            <a:ext cx="1371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altLang="zh-CN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HarmonyOS/</a:t>
            </a:r>
            <a:r>
              <a:rPr lang="en-US" altLang="zh-CN" sz="9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ArkTS</a:t>
            </a:r>
            <a:endParaRPr lang="en-US" sz="9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8302959" y="3547175"/>
            <a:ext cx="329184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Rust (iced/</a:t>
            </a:r>
            <a:r>
              <a:rPr lang="en-US" sz="9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gpui</a:t>
            </a:r>
            <a:r>
              <a: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)</a:t>
            </a:r>
            <a:endParaRPr lang="en-US" sz="900" dirty="0">
              <a:latin typeface="等线" panose="02010600030101010101" charset="-122"/>
              <a:ea typeface="等线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AURA 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Demo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</a:t>
            </a:r>
            <a:r>
              <a:rPr lang="en-US" sz="2700" b="1" dirty="0">
                <a:solidFill>
                  <a:schemeClr val="accent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Vue.js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2288" y="1223963"/>
            <a:ext cx="8087423" cy="50838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AURA 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Demo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(</a:t>
            </a:r>
            <a:r>
              <a:rPr lang="en-US" sz="2700" b="1" dirty="0">
                <a:solidFill>
                  <a:schemeClr val="accent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Tauri Desktop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4197" y="1062588"/>
            <a:ext cx="7343605" cy="532688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AURA Demo (</a:t>
            </a:r>
            <a:r>
              <a:rPr lang="en-US" sz="2700" b="1" dirty="0" err="1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JetPack</a:t>
            </a:r>
            <a:r>
              <a:rPr lang="en-US" sz="2700" b="1" dirty="0">
                <a:solidFill>
                  <a:schemeClr val="accent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Compose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4592" y="457200"/>
            <a:ext cx="2856739" cy="5882266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434" y="1404204"/>
            <a:ext cx="6768480" cy="44835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3000"/>
              </a:lnSpc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AURA  Demo (</a:t>
            </a:r>
            <a:r>
              <a:rPr lang="en-US" sz="27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Harmony/</a:t>
            </a:r>
            <a:r>
              <a:rPr lang="en-US" altLang="zh-CN" sz="2700" b="1" dirty="0" err="1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ArkTS</a:t>
            </a:r>
            <a:r>
              <a:rPr lang="en-US" altLang="zh-CN" sz="2700" b="1" dirty="0">
                <a:solidFill>
                  <a:schemeClr val="accent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457200"/>
            <a:ext cx="2655570" cy="58648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0" y="1272540"/>
            <a:ext cx="5786120" cy="46482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762000" cy="381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457200" y="457200"/>
            <a:ext cx="130302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– AURA Demo (</a:t>
            </a:r>
            <a:r>
              <a:rPr lang="en-US" sz="2700" b="1" dirty="0">
                <a:solidFill>
                  <a:srgbClr val="C084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Rust/GPUI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</a:t>
            </a:r>
            <a:endParaRPr lang="en-US" sz="270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339" y="1700891"/>
            <a:ext cx="9247322" cy="367253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2952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OS Adapters</a:t>
            </a:r>
            <a:endParaRPr lang="en-US" sz="27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2685167" y="2875222"/>
            <a:ext cx="1524000" cy="1524000"/>
            <a:chOff x="5334000" y="2895600"/>
            <a:chExt cx="1524000" cy="1524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334000" y="2895600"/>
              <a:ext cx="1524000" cy="1524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15025" y="3257550"/>
              <a:ext cx="361950" cy="342900"/>
            </a:xfrm>
            <a:prstGeom prst="rect">
              <a:avLst/>
            </a:prstGeom>
          </p:spPr>
        </p:pic>
        <p:sp>
          <p:nvSpPr>
            <p:cNvPr id="34" name="Text 1"/>
            <p:cNvSpPr/>
            <p:nvPr/>
          </p:nvSpPr>
          <p:spPr>
            <a:xfrm>
              <a:off x="5867400" y="3638550"/>
              <a:ext cx="9144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FFFFFF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Auto</a:t>
              </a:r>
              <a:endParaRPr lang="en-US" sz="1500" dirty="0"/>
            </a:p>
          </p:txBody>
        </p:sp>
        <p:sp>
          <p:nvSpPr>
            <p:cNvPr id="35" name="Text 2"/>
            <p:cNvSpPr/>
            <p:nvPr/>
          </p:nvSpPr>
          <p:spPr>
            <a:xfrm>
              <a:off x="5867400" y="3905250"/>
              <a:ext cx="9144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FFFFFF">
                      <a:alpha val="80000"/>
                    </a:srgbClr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核心语言</a:t>
              </a:r>
              <a:endParaRPr lang="en-US" sz="90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8489087" y="2157618"/>
            <a:ext cx="2674620" cy="1447800"/>
            <a:chOff x="2222360" y="1227191"/>
            <a:chExt cx="2674620" cy="14478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240458" y="1227191"/>
              <a:ext cx="2438400" cy="1447800"/>
            </a:xfrm>
            <a:prstGeom prst="rect">
              <a:avLst/>
            </a:prstGeom>
          </p:spPr>
        </p:pic>
        <p:grpSp>
          <p:nvGrpSpPr>
            <p:cNvPr id="55" name="组合 54"/>
            <p:cNvGrpSpPr/>
            <p:nvPr/>
          </p:nvGrpSpPr>
          <p:grpSpPr>
            <a:xfrm>
              <a:off x="2222360" y="1409700"/>
              <a:ext cx="2674620" cy="1143000"/>
              <a:chOff x="4758690" y="2324100"/>
              <a:chExt cx="2674620" cy="1143000"/>
            </a:xfrm>
          </p:grpSpPr>
          <p:pic>
            <p:nvPicPr>
              <p:cNvPr id="18" name="Image 16" descr="preencoded.png"/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810250" y="23241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19" name="Image 17" descr="preencoded.png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95988" y="2495550"/>
                <a:ext cx="200025" cy="228600"/>
              </a:xfrm>
              <a:prstGeom prst="rect">
                <a:avLst/>
              </a:prstGeom>
            </p:spPr>
          </p:pic>
          <p:sp>
            <p:nvSpPr>
              <p:cNvPr id="36" name="Text 3"/>
              <p:cNvSpPr/>
              <p:nvPr/>
            </p:nvSpPr>
            <p:spPr>
              <a:xfrm>
                <a:off x="4758690" y="2971800"/>
                <a:ext cx="2674620" cy="2667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Noto Sans SC" panose="020B0200000000000000" pitchFamily="34" charset="-122"/>
                    <a:ea typeface="Noto Sans SC" panose="020B0200000000000000" pitchFamily="34" charset="-122"/>
                    <a:cs typeface="Noto Sans SC" panose="020B0200000000000000" pitchFamily="34" charset="-120"/>
                  </a:rPr>
                  <a:t>Windows/Linux</a:t>
                </a:r>
                <a:endParaRPr lang="en-US" sz="1350" dirty="0"/>
              </a:p>
            </p:txBody>
          </p:sp>
          <p:sp>
            <p:nvSpPr>
              <p:cNvPr id="37" name="Text 4"/>
              <p:cNvSpPr/>
              <p:nvPr/>
            </p:nvSpPr>
            <p:spPr>
              <a:xfrm>
                <a:off x="5029200" y="3276600"/>
                <a:ext cx="2133600" cy="1905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1500"/>
                  </a:lnSpc>
                  <a:buNone/>
                </a:pPr>
                <a:r>
                  <a:rPr lang="en-US" sz="1050" dirty="0">
                    <a:solidFill>
                      <a:srgbClr val="93C5FD"/>
                    </a:solidFill>
                    <a:latin typeface="Source Code Pro" pitchFamily="34" charset="0"/>
                    <a:ea typeface="Source Code Pro" pitchFamily="34" charset="-122"/>
                    <a:cs typeface="Source Code Pro" pitchFamily="34" charset="-120"/>
                  </a:rPr>
                  <a:t>Rust 后端</a:t>
                </a:r>
                <a:endParaRPr lang="en-US" sz="1050" dirty="0"/>
              </a:p>
            </p:txBody>
          </p:sp>
        </p:grpSp>
      </p:grpSp>
      <p:grpSp>
        <p:nvGrpSpPr>
          <p:cNvPr id="59" name="组合 58"/>
          <p:cNvGrpSpPr/>
          <p:nvPr/>
        </p:nvGrpSpPr>
        <p:grpSpPr>
          <a:xfrm>
            <a:off x="8494287" y="4233318"/>
            <a:ext cx="2560320" cy="1447800"/>
            <a:chOff x="4815840" y="3695700"/>
            <a:chExt cx="2560320" cy="1447800"/>
          </a:xfrm>
        </p:grpSpPr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4876800" y="3695700"/>
              <a:ext cx="2438400" cy="14478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810250" y="3848100"/>
              <a:ext cx="571500" cy="5715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53125" y="4019550"/>
              <a:ext cx="285750" cy="228600"/>
            </a:xfrm>
            <a:prstGeom prst="rect">
              <a:avLst/>
            </a:prstGeom>
          </p:spPr>
        </p:pic>
        <p:sp>
          <p:nvSpPr>
            <p:cNvPr id="38" name="Text 5"/>
            <p:cNvSpPr/>
            <p:nvPr/>
          </p:nvSpPr>
          <p:spPr>
            <a:xfrm>
              <a:off x="4964430" y="4495800"/>
              <a:ext cx="226314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SOC (机器人)</a:t>
              </a:r>
              <a:endParaRPr lang="en-US" sz="1350" dirty="0"/>
            </a:p>
          </p:txBody>
        </p:sp>
        <p:sp>
          <p:nvSpPr>
            <p:cNvPr id="39" name="Text 6"/>
            <p:cNvSpPr/>
            <p:nvPr/>
          </p:nvSpPr>
          <p:spPr>
            <a:xfrm>
              <a:off x="4815840" y="4800600"/>
              <a:ext cx="25603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86EFAC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Rust / C++ (ROS)</a:t>
              </a:r>
              <a:endParaRPr lang="en-US" sz="1050" dirty="0"/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964145" y="5151047"/>
            <a:ext cx="2438400" cy="1447800"/>
            <a:chOff x="1371600" y="2933700"/>
            <a:chExt cx="2438400" cy="1447800"/>
          </a:xfrm>
        </p:grpSpPr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371600" y="2933700"/>
              <a:ext cx="2438400" cy="14478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305050" y="3086100"/>
              <a:ext cx="571500" cy="5715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476500" y="3257550"/>
              <a:ext cx="228600" cy="228600"/>
            </a:xfrm>
            <a:prstGeom prst="rect">
              <a:avLst/>
            </a:prstGeom>
          </p:spPr>
        </p:pic>
        <p:sp>
          <p:nvSpPr>
            <p:cNvPr id="40" name="Text 7"/>
            <p:cNvSpPr/>
            <p:nvPr/>
          </p:nvSpPr>
          <p:spPr>
            <a:xfrm>
              <a:off x="1459230" y="3733800"/>
              <a:ext cx="226314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MCU (嵌入式)</a:t>
              </a:r>
              <a:endParaRPr lang="en-US" sz="1350" dirty="0"/>
            </a:p>
          </p:txBody>
        </p:sp>
        <p:sp>
          <p:nvSpPr>
            <p:cNvPr id="41" name="Text 8"/>
            <p:cNvSpPr/>
            <p:nvPr/>
          </p:nvSpPr>
          <p:spPr>
            <a:xfrm>
              <a:off x="1524000" y="4038600"/>
              <a:ext cx="213360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DE047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C (FreeRTOS)</a:t>
              </a:r>
              <a:endParaRPr lang="en-US" sz="1050" dirty="0"/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4507567" y="696614"/>
            <a:ext cx="3360420" cy="1447800"/>
            <a:chOff x="7920990" y="2933700"/>
            <a:chExt cx="3360420" cy="1447800"/>
          </a:xfrm>
        </p:grpSpPr>
        <p:pic>
          <p:nvPicPr>
            <p:cNvPr id="26" name="Image 2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382000" y="2933700"/>
              <a:ext cx="2438400" cy="1447800"/>
            </a:xfrm>
            <a:prstGeom prst="rect">
              <a:avLst/>
            </a:prstGeom>
          </p:spPr>
        </p:pic>
        <p:pic>
          <p:nvPicPr>
            <p:cNvPr id="27" name="Image 2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315450" y="3086100"/>
              <a:ext cx="571500" cy="571500"/>
            </a:xfrm>
            <a:prstGeom prst="rect">
              <a:avLst/>
            </a:prstGeom>
          </p:spPr>
        </p:pic>
        <p:pic>
          <p:nvPicPr>
            <p:cNvPr id="28" name="Image 2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515475" y="3257550"/>
              <a:ext cx="171450" cy="228600"/>
            </a:xfrm>
            <a:prstGeom prst="rect">
              <a:avLst/>
            </a:prstGeom>
          </p:spPr>
        </p:pic>
        <p:sp>
          <p:nvSpPr>
            <p:cNvPr id="42" name="Text 9"/>
            <p:cNvSpPr/>
            <p:nvPr/>
          </p:nvSpPr>
          <p:spPr>
            <a:xfrm>
              <a:off x="8534400" y="3733800"/>
              <a:ext cx="21336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Noto Sans SC" panose="020B0200000000000000" pitchFamily="34" charset="-122"/>
                  <a:ea typeface="Noto Sans SC" panose="020B0200000000000000" pitchFamily="34" charset="-122"/>
                  <a:cs typeface="Noto Sans SC" panose="020B0200000000000000" pitchFamily="34" charset="-120"/>
                </a:rPr>
                <a:t>Mobile/WEB</a:t>
              </a:r>
              <a:endParaRPr lang="en-US" sz="1350" dirty="0"/>
            </a:p>
          </p:txBody>
        </p:sp>
        <p:sp>
          <p:nvSpPr>
            <p:cNvPr id="43" name="Text 10"/>
            <p:cNvSpPr/>
            <p:nvPr/>
          </p:nvSpPr>
          <p:spPr>
            <a:xfrm>
              <a:off x="7920990" y="4038600"/>
              <a:ext cx="33604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D8B4FE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a2vue, a2jet, a2ark</a:t>
              </a:r>
              <a:endParaRPr lang="en-US" sz="1050" dirty="0"/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4353262" y="2931310"/>
            <a:ext cx="3840480" cy="1447800"/>
            <a:chOff x="5339780" y="1181100"/>
            <a:chExt cx="3840480" cy="1447800"/>
          </a:xfrm>
        </p:grpSpPr>
        <p:grpSp>
          <p:nvGrpSpPr>
            <p:cNvPr id="57" name="组合 56"/>
            <p:cNvGrpSpPr/>
            <p:nvPr/>
          </p:nvGrpSpPr>
          <p:grpSpPr>
            <a:xfrm>
              <a:off x="5871275" y="1181100"/>
              <a:ext cx="2606040" cy="1447800"/>
              <a:chOff x="4792980" y="2933700"/>
              <a:chExt cx="2606040" cy="1447800"/>
            </a:xfrm>
          </p:grpSpPr>
          <p:pic>
            <p:nvPicPr>
              <p:cNvPr id="29" name="Image 27" descr="preencoded.png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6800" y="2933700"/>
                <a:ext cx="2438400" cy="1447800"/>
              </a:xfrm>
              <a:prstGeom prst="rect">
                <a:avLst/>
              </a:prstGeom>
            </p:spPr>
          </p:pic>
          <p:pic>
            <p:nvPicPr>
              <p:cNvPr id="30" name="Image 28" descr="preencoded.png"/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810250" y="3086100"/>
                <a:ext cx="571500" cy="571500"/>
              </a:xfrm>
              <a:prstGeom prst="rect">
                <a:avLst/>
              </a:prstGeom>
            </p:spPr>
          </p:pic>
          <p:pic>
            <p:nvPicPr>
              <p:cNvPr id="31" name="Image 29" descr="preencoded.png"/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10275" y="3257550"/>
                <a:ext cx="171450" cy="228600"/>
              </a:xfrm>
              <a:prstGeom prst="rect">
                <a:avLst/>
              </a:prstGeom>
            </p:spPr>
          </p:pic>
          <p:sp>
            <p:nvSpPr>
              <p:cNvPr id="44" name="Text 11"/>
              <p:cNvSpPr/>
              <p:nvPr/>
            </p:nvSpPr>
            <p:spPr>
              <a:xfrm>
                <a:off x="4792980" y="3733800"/>
                <a:ext cx="2606040" cy="2667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2100"/>
                  </a:lnSpc>
                  <a:buNone/>
                </a:pPr>
                <a:r>
                  <a:rPr lang="en-US" sz="1350" b="1" dirty="0">
                    <a:solidFill>
                      <a:srgbClr val="FFFFFF"/>
                    </a:solidFill>
                    <a:latin typeface="Noto Sans SC" panose="020B0200000000000000" pitchFamily="34" charset="-122"/>
                    <a:ea typeface="Noto Sans SC" panose="020B0200000000000000" pitchFamily="34" charset="-122"/>
                    <a:cs typeface="Noto Sans SC" panose="020B0200000000000000" pitchFamily="34" charset="-120"/>
                  </a:rPr>
                  <a:t>COM (组件通信)</a:t>
                </a:r>
                <a:endParaRPr lang="en-US" sz="1350" dirty="0"/>
              </a:p>
            </p:txBody>
          </p:sp>
        </p:grpSp>
        <p:sp>
          <p:nvSpPr>
            <p:cNvPr id="45" name="Text 12"/>
            <p:cNvSpPr/>
            <p:nvPr/>
          </p:nvSpPr>
          <p:spPr>
            <a:xfrm>
              <a:off x="5339780" y="2280246"/>
              <a:ext cx="384048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CA5A5"/>
                  </a:solidFill>
                  <a:latin typeface="Source Code Pro" pitchFamily="34" charset="0"/>
                  <a:ea typeface="Source Code Pro" pitchFamily="34" charset="-122"/>
                  <a:cs typeface="Source Code Pro" pitchFamily="34" charset="-120"/>
                </a:rPr>
                <a:t>RPC via Auto Virtual Bus</a:t>
              </a:r>
              <a:endParaRPr lang="en-US" sz="1050" dirty="0"/>
            </a:p>
          </p:txBody>
        </p:sp>
      </p:grpSp>
      <p:sp>
        <p:nvSpPr>
          <p:cNvPr id="46" name="Text 13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1066800" y="6067425"/>
            <a:ext cx="12801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adapters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16764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1752600" y="6067425"/>
            <a:ext cx="16535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"多平台适配"</a:t>
            </a:r>
            <a:endParaRPr lang="en-US" sz="1050" dirty="0"/>
          </a:p>
        </p:txBody>
      </p:sp>
      <p:sp>
        <p:nvSpPr>
          <p:cNvPr id="51" name="Text 18"/>
          <p:cNvSpPr/>
          <p:nvPr/>
        </p:nvSpPr>
        <p:spPr>
          <a:xfrm>
            <a:off x="257175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cxnSp>
        <p:nvCxnSpPr>
          <p:cNvPr id="64" name="直接箭头连接符 63"/>
          <p:cNvCxnSpPr>
            <a:endCxn id="29" idx="1"/>
          </p:cNvCxnSpPr>
          <p:nvPr/>
        </p:nvCxnSpPr>
        <p:spPr>
          <a:xfrm>
            <a:off x="4209167" y="3655210"/>
            <a:ext cx="7594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29" idx="0"/>
            <a:endCxn id="26" idx="2"/>
          </p:cNvCxnSpPr>
          <p:nvPr/>
        </p:nvCxnSpPr>
        <p:spPr>
          <a:xfrm flipV="1">
            <a:off x="6187777" y="2144414"/>
            <a:ext cx="0" cy="7868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/>
          <p:cNvCxnSpPr>
            <a:endCxn id="17" idx="1"/>
          </p:cNvCxnSpPr>
          <p:nvPr/>
        </p:nvCxnSpPr>
        <p:spPr>
          <a:xfrm flipV="1">
            <a:off x="7406977" y="2881518"/>
            <a:ext cx="1100208" cy="411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29" idx="2"/>
            <a:endCxn id="23" idx="0"/>
          </p:cNvCxnSpPr>
          <p:nvPr/>
        </p:nvCxnSpPr>
        <p:spPr>
          <a:xfrm flipH="1">
            <a:off x="6183345" y="4379110"/>
            <a:ext cx="4432" cy="771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/>
          <p:nvPr/>
        </p:nvCxnSpPr>
        <p:spPr>
          <a:xfrm>
            <a:off x="7402545" y="4064564"/>
            <a:ext cx="1152702" cy="422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16" y="2534017"/>
            <a:ext cx="1561367" cy="15613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2588" y="1409700"/>
            <a:ext cx="8886825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4988" y="1562100"/>
            <a:ext cx="1743075" cy="495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5487" y="1676400"/>
            <a:ext cx="23812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62362" y="1800225"/>
            <a:ext cx="609600" cy="19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6263" y="1562100"/>
            <a:ext cx="1362075" cy="495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6763" y="1676400"/>
            <a:ext cx="23812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62638" y="1800225"/>
            <a:ext cx="609600" cy="190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86538" y="1562100"/>
            <a:ext cx="1362075" cy="4953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77038" y="167640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62913" y="1800225"/>
            <a:ext cx="609600" cy="190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786813" y="1562100"/>
            <a:ext cx="1600200" cy="495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7313" y="1676400"/>
            <a:ext cx="190500" cy="2667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2514600"/>
            <a:ext cx="5334000" cy="2895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2743200"/>
            <a:ext cx="457200" cy="457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8213" y="2819400"/>
            <a:ext cx="257175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543175" y="2838450"/>
            <a:ext cx="1085850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8200" y="3419475"/>
            <a:ext cx="17145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8200" y="4029075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8200" y="4762500"/>
            <a:ext cx="4876800" cy="4191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48400" y="2514600"/>
            <a:ext cx="5334000" cy="2895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477000" y="2743200"/>
            <a:ext cx="457200" cy="4572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62725" y="2819400"/>
            <a:ext cx="28575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096250" y="2838450"/>
            <a:ext cx="952500" cy="2667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477000" y="3419475"/>
            <a:ext cx="1524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77000" y="4219575"/>
            <a:ext cx="13335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4762500"/>
            <a:ext cx="4876800" cy="419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4" name="Text 0"/>
          <p:cNvSpPr/>
          <p:nvPr/>
        </p:nvSpPr>
        <p:spPr>
          <a:xfrm>
            <a:off x="609600" y="609600"/>
            <a:ext cx="1275588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DevOp &amp; Distribution</a:t>
            </a:r>
            <a:endParaRPr lang="en-US" sz="2700" dirty="0"/>
          </a:p>
        </p:txBody>
      </p:sp>
      <p:sp>
        <p:nvSpPr>
          <p:cNvPr id="35" name="Text 1"/>
          <p:cNvSpPr/>
          <p:nvPr/>
        </p:nvSpPr>
        <p:spPr>
          <a:xfrm>
            <a:off x="2309813" y="1695450"/>
            <a:ext cx="20116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Source Code</a:t>
            </a:r>
            <a:endParaRPr lang="en-US" sz="1200" b="1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6" name="Text 2"/>
          <p:cNvSpPr/>
          <p:nvPr/>
        </p:nvSpPr>
        <p:spPr>
          <a:xfrm>
            <a:off x="4891088" y="1695450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AutoMan</a:t>
            </a:r>
            <a:endParaRPr lang="en-US" sz="1200" b="1" dirty="0">
              <a:solidFill>
                <a:srgbClr val="FDE047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7" name="Text 3"/>
          <p:cNvSpPr/>
          <p:nvPr/>
        </p:nvSpPr>
        <p:spPr>
          <a:xfrm>
            <a:off x="7091363" y="1695450"/>
            <a:ext cx="12801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9A8D4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AutoIDE</a:t>
            </a:r>
            <a:endParaRPr lang="en-US" sz="1200" b="1" dirty="0">
              <a:solidFill>
                <a:srgbClr val="F9A8D4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8" name="Text 4"/>
          <p:cNvSpPr/>
          <p:nvPr/>
        </p:nvSpPr>
        <p:spPr>
          <a:xfrm>
            <a:off x="9244013" y="169545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86EFAC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Deployment</a:t>
            </a:r>
            <a:endParaRPr lang="en-US" sz="1200" b="1" dirty="0">
              <a:solidFill>
                <a:srgbClr val="86EFAC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9" name="Text 5"/>
          <p:cNvSpPr/>
          <p:nvPr/>
        </p:nvSpPr>
        <p:spPr>
          <a:xfrm>
            <a:off x="1447800" y="2819400"/>
            <a:ext cx="192024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AutoMan</a:t>
            </a:r>
            <a:endParaRPr lang="en-US" sz="1800" dirty="0"/>
          </a:p>
        </p:txBody>
      </p:sp>
      <p:sp>
        <p:nvSpPr>
          <p:cNvPr id="40" name="Text 6"/>
          <p:cNvSpPr/>
          <p:nvPr/>
        </p:nvSpPr>
        <p:spPr>
          <a:xfrm>
            <a:off x="2619375" y="2838450"/>
            <a:ext cx="1604879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通用项目管理器</a:t>
            </a:r>
            <a:endParaRPr lang="en-US" sz="1050" dirty="0"/>
          </a:p>
        </p:txBody>
      </p:sp>
      <p:sp>
        <p:nvSpPr>
          <p:cNvPr id="41" name="Text 7"/>
          <p:cNvSpPr/>
          <p:nvPr/>
        </p:nvSpPr>
        <p:spPr>
          <a:xfrm>
            <a:off x="1123950" y="3352800"/>
            <a:ext cx="400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构建系统</a:t>
            </a:r>
            <a:endParaRPr lang="en-US" sz="1200" dirty="0"/>
          </a:p>
        </p:txBody>
      </p:sp>
      <p:sp>
        <p:nvSpPr>
          <p:cNvPr id="42" name="Text 8"/>
          <p:cNvSpPr/>
          <p:nvPr/>
        </p:nvSpPr>
        <p:spPr>
          <a:xfrm>
            <a:off x="1123950" y="3619500"/>
            <a:ext cx="76809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自动化编译流程，支持多平台交叉编译，智能依赖解析与增量构建。</a:t>
            </a:r>
            <a:endParaRPr lang="en-US" sz="1050" dirty="0"/>
          </a:p>
        </p:txBody>
      </p:sp>
      <p:sp>
        <p:nvSpPr>
          <p:cNvPr id="43" name="Text 9"/>
          <p:cNvSpPr/>
          <p:nvPr/>
        </p:nvSpPr>
        <p:spPr>
          <a:xfrm>
            <a:off x="1123950" y="3962400"/>
            <a:ext cx="45910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包管理</a:t>
            </a:r>
            <a:endParaRPr lang="en-US" sz="1200" dirty="0"/>
          </a:p>
        </p:txBody>
      </p:sp>
      <p:sp>
        <p:nvSpPr>
          <p:cNvPr id="44" name="Text 10"/>
          <p:cNvSpPr/>
          <p:nvPr/>
        </p:nvSpPr>
        <p:spPr>
          <a:xfrm>
            <a:off x="1123950" y="4229100"/>
            <a:ext cx="459105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统一依赖管理，支持SemVer版本控制，自动解决依赖冲突，提供私有与公共仓库。</a:t>
            </a:r>
            <a:endParaRPr lang="en-US" sz="1050" dirty="0"/>
          </a:p>
        </p:txBody>
      </p:sp>
      <p:sp>
        <p:nvSpPr>
          <p:cNvPr id="45" name="Text 11"/>
          <p:cNvSpPr/>
          <p:nvPr/>
        </p:nvSpPr>
        <p:spPr>
          <a:xfrm>
            <a:off x="952500" y="48863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automan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1485900" y="4886325"/>
            <a:ext cx="9601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build</a:t>
            </a:r>
            <a:endParaRPr lang="en-US" sz="1050" dirty="0"/>
          </a:p>
        </p:txBody>
      </p:sp>
      <p:sp>
        <p:nvSpPr>
          <p:cNvPr id="47" name="Text 13"/>
          <p:cNvSpPr/>
          <p:nvPr/>
        </p:nvSpPr>
        <p:spPr>
          <a:xfrm>
            <a:off x="1943100" y="4886325"/>
            <a:ext cx="14401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--target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2628900" y="48863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r>
              <a:rPr lang="en-US" sz="1050" dirty="0" err="1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vue</a:t>
            </a:r>
            <a:endParaRPr lang="en-US" sz="1050" dirty="0"/>
          </a:p>
        </p:txBody>
      </p:sp>
      <p:sp>
        <p:nvSpPr>
          <p:cNvPr id="49" name="Text 15"/>
          <p:cNvSpPr/>
          <p:nvPr/>
        </p:nvSpPr>
        <p:spPr>
          <a:xfrm>
            <a:off x="7086600" y="2819400"/>
            <a:ext cx="192024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AutoIDE</a:t>
            </a:r>
            <a:endParaRPr lang="en-US" sz="1800" dirty="0"/>
          </a:p>
        </p:txBody>
      </p:sp>
      <p:sp>
        <p:nvSpPr>
          <p:cNvPr id="50" name="Text 16"/>
          <p:cNvSpPr/>
          <p:nvPr/>
        </p:nvSpPr>
        <p:spPr>
          <a:xfrm>
            <a:off x="8172450" y="2838450"/>
            <a:ext cx="1344168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集成开发环境</a:t>
            </a:r>
            <a:endParaRPr lang="en-US" sz="1050" dirty="0"/>
          </a:p>
        </p:txBody>
      </p:sp>
      <p:sp>
        <p:nvSpPr>
          <p:cNvPr id="51" name="Text 17"/>
          <p:cNvSpPr/>
          <p:nvPr/>
        </p:nvSpPr>
        <p:spPr>
          <a:xfrm>
            <a:off x="6743700" y="3352800"/>
            <a:ext cx="46101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Assemble them all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6743700" y="3619500"/>
            <a:ext cx="46101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统一集成各类工具链，自动配置开发环境，支持多语言混合开发，提供统一调试界面。</a:t>
            </a:r>
            <a:endParaRPr lang="en-US" sz="1050" dirty="0"/>
          </a:p>
        </p:txBody>
      </p:sp>
      <p:sp>
        <p:nvSpPr>
          <p:cNvPr id="53" name="Text 19"/>
          <p:cNvSpPr/>
          <p:nvPr/>
        </p:nvSpPr>
        <p:spPr>
          <a:xfrm>
            <a:off x="6724650" y="4152900"/>
            <a:ext cx="399782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智能辅助</a:t>
            </a:r>
            <a:endParaRPr lang="en-US" sz="1200" dirty="0"/>
          </a:p>
        </p:txBody>
      </p:sp>
      <p:sp>
        <p:nvSpPr>
          <p:cNvPr id="54" name="Text 20"/>
          <p:cNvSpPr/>
          <p:nvPr/>
        </p:nvSpPr>
        <p:spPr>
          <a:xfrm>
            <a:off x="6724650" y="4419600"/>
            <a:ext cx="76276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AI驱动的代码补全，智能重构，实时错误分析，自动格式化与优化。</a:t>
            </a:r>
            <a:endParaRPr lang="en-US" sz="1050" dirty="0"/>
          </a:p>
        </p:txBody>
      </p:sp>
      <p:sp>
        <p:nvSpPr>
          <p:cNvPr id="55" name="Text 21"/>
          <p:cNvSpPr/>
          <p:nvPr/>
        </p:nvSpPr>
        <p:spPr>
          <a:xfrm>
            <a:off x="6591300" y="48863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autoide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6" name="Text 22"/>
          <p:cNvSpPr/>
          <p:nvPr/>
        </p:nvSpPr>
        <p:spPr>
          <a:xfrm>
            <a:off x="7124700" y="48863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.</a:t>
            </a:r>
            <a:endParaRPr lang="en-US" sz="1050" dirty="0"/>
          </a:p>
        </p:txBody>
      </p:sp>
      <p:sp>
        <p:nvSpPr>
          <p:cNvPr id="57" name="Text 23"/>
          <p:cNvSpPr/>
          <p:nvPr/>
        </p:nvSpPr>
        <p:spPr>
          <a:xfrm>
            <a:off x="7277100" y="4886325"/>
            <a:ext cx="20802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--no-sandbox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8" name="Text 24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9" name="Text 25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0" name="Text 26"/>
          <p:cNvSpPr/>
          <p:nvPr/>
        </p:nvSpPr>
        <p:spPr>
          <a:xfrm>
            <a:off x="1066800" y="6067425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devop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1" name="Text 27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2" name="Text 28"/>
          <p:cNvSpPr/>
          <p:nvPr/>
        </p:nvSpPr>
        <p:spPr>
          <a:xfrm>
            <a:off x="1524000" y="6067425"/>
            <a:ext cx="8534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“auto-ide"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3" name="Text 29"/>
          <p:cNvSpPr/>
          <p:nvPr/>
        </p:nvSpPr>
        <p:spPr>
          <a:xfrm>
            <a:off x="2301501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  <a:solidFill>
            <a:srgbClr val="660066"/>
          </a:solidFill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/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/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Made For AI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Text 13"/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/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/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基于100亿Tokens的AI算力，两个月内完成传统需要数年的开发工作，由AI主导语言设计与实现。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专为AI生成设计的语法，双模式错误信息，注解式契约编程，让AI更容易理解和生成代码。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语言本身由AI代码构成，AI可以直接理解和修改Auto代码，实现"一次生成，处处使用"的愿景。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"triad"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87270" y="3651529"/>
            <a:ext cx="2737757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BY AI</a:t>
            </a:r>
            <a:endParaRPr lang="en-US" altLang="zh-CN" sz="180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</a:rPr>
              <a:t>Made OF AI</a:t>
            </a:r>
            <a:endParaRPr lang="en-US" dirty="0">
              <a:solidFill>
                <a:srgbClr val="FDE047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5050561" y="3657607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FOR AI</a:t>
            </a:r>
            <a:endParaRPr lang="en-US" dirty="0">
              <a:solidFill>
                <a:srgbClr val="F9A8D4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333500"/>
            <a:ext cx="4438650" cy="12573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1571625"/>
            <a:ext cx="247650" cy="2857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743200"/>
            <a:ext cx="4438650" cy="1257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2981325"/>
            <a:ext cx="285750" cy="2857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152900"/>
            <a:ext cx="4438650" cy="15430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4391025"/>
            <a:ext cx="361950" cy="2857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76850" y="1381125"/>
            <a:ext cx="228600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76850" y="1790700"/>
            <a:ext cx="3076575" cy="800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91150" y="1933575"/>
            <a:ext cx="257175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05825" y="1790700"/>
            <a:ext cx="3076575" cy="8001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20125" y="1933575"/>
            <a:ext cx="228600" cy="228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76850" y="2743200"/>
            <a:ext cx="6305550" cy="1828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29250" y="2952750"/>
            <a:ext cx="152400" cy="1714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9250" y="3505200"/>
            <a:ext cx="5400675" cy="762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29250" y="3924300"/>
            <a:ext cx="4800600" cy="76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29250" y="4343400"/>
            <a:ext cx="5700713" cy="762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46761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Made BY AI </a:t>
            </a:r>
            <a:r>
              <a:rPr lang="en-US" sz="2700" b="1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（两个月开发奇迹）</a:t>
            </a:r>
            <a:endParaRPr lang="en-US" sz="2700" dirty="0"/>
          </a:p>
        </p:txBody>
      </p:sp>
      <p:sp>
        <p:nvSpPr>
          <p:cNvPr id="27" name="Text 3"/>
          <p:cNvSpPr/>
          <p:nvPr/>
        </p:nvSpPr>
        <p:spPr>
          <a:xfrm>
            <a:off x="3601085" y="2249805"/>
            <a:ext cx="1294765" cy="45656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2</a:t>
            </a:r>
            <a:endParaRPr lang="en-US" sz="54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5" name="Text 1"/>
          <p:cNvSpPr/>
          <p:nvPr/>
        </p:nvSpPr>
        <p:spPr>
          <a:xfrm>
            <a:off x="1162050" y="1485900"/>
            <a:ext cx="198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开发周期</a:t>
            </a:r>
            <a:endParaRPr lang="en-US" sz="1500" dirty="0"/>
          </a:p>
        </p:txBody>
      </p:sp>
      <p:sp>
        <p:nvSpPr>
          <p:cNvPr id="26" name="Text 2"/>
          <p:cNvSpPr/>
          <p:nvPr/>
        </p:nvSpPr>
        <p:spPr>
          <a:xfrm>
            <a:off x="1162050" y="1752600"/>
            <a:ext cx="3962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两个月完成传统需数年的工作</a:t>
            </a:r>
            <a:endParaRPr lang="en-US" sz="1200" dirty="0"/>
          </a:p>
        </p:txBody>
      </p:sp>
      <p:sp>
        <p:nvSpPr>
          <p:cNvPr id="28" name="Text 4"/>
          <p:cNvSpPr/>
          <p:nvPr/>
        </p:nvSpPr>
        <p:spPr>
          <a:xfrm>
            <a:off x="4514850" y="2114550"/>
            <a:ext cx="762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个月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1200150" y="2895600"/>
            <a:ext cx="1219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AI算力</a:t>
            </a:r>
            <a:endParaRPr lang="en-US" sz="1500" dirty="0"/>
          </a:p>
        </p:txBody>
      </p:sp>
      <p:sp>
        <p:nvSpPr>
          <p:cNvPr id="30" name="Text 6"/>
          <p:cNvSpPr/>
          <p:nvPr/>
        </p:nvSpPr>
        <p:spPr>
          <a:xfrm>
            <a:off x="1200150" y="3162300"/>
            <a:ext cx="2316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智谱AI MAX套餐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1" name="Text 7"/>
          <p:cNvSpPr/>
          <p:nvPr/>
        </p:nvSpPr>
        <p:spPr>
          <a:xfrm>
            <a:off x="2821305" y="3594735"/>
            <a:ext cx="2057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100</a:t>
            </a:r>
            <a:endParaRPr lang="en-US" sz="54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2" name="Text 8"/>
          <p:cNvSpPr/>
          <p:nvPr/>
        </p:nvSpPr>
        <p:spPr>
          <a:xfrm>
            <a:off x="4476750" y="3505200"/>
            <a:ext cx="198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tokens</a:t>
            </a:r>
            <a:endParaRPr lang="en-US" sz="15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33" name="Text 9"/>
          <p:cNvSpPr/>
          <p:nvPr/>
        </p:nvSpPr>
        <p:spPr>
          <a:xfrm>
            <a:off x="1276350" y="4305300"/>
            <a:ext cx="1524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代码产出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1276350" y="4572000"/>
            <a:ext cx="28651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高质量Rust代码实现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3188970" y="4552950"/>
            <a:ext cx="1524000" cy="4349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1300+</a:t>
            </a:r>
            <a:endParaRPr lang="en-US" sz="3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7" name="Text 13"/>
          <p:cNvSpPr/>
          <p:nvPr/>
        </p:nvSpPr>
        <p:spPr>
          <a:xfrm>
            <a:off x="4515007" y="5155007"/>
            <a:ext cx="1219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行Rust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" name="Text 14"/>
          <p:cNvSpPr/>
          <p:nvPr/>
        </p:nvSpPr>
        <p:spPr>
          <a:xfrm>
            <a:off x="3446145" y="5245100"/>
            <a:ext cx="770255" cy="4235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20</a:t>
            </a:r>
            <a:endParaRPr lang="en-US" sz="36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5581650" y="1333500"/>
            <a:ext cx="63055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交付成果</a:t>
            </a:r>
            <a:endParaRPr lang="en-US" sz="1800" dirty="0"/>
          </a:p>
        </p:txBody>
      </p:sp>
      <p:sp>
        <p:nvSpPr>
          <p:cNvPr id="40" name="Text 16"/>
          <p:cNvSpPr/>
          <p:nvPr/>
        </p:nvSpPr>
        <p:spPr>
          <a:xfrm>
            <a:off x="5762625" y="1924050"/>
            <a:ext cx="1714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1个解释器</a:t>
            </a:r>
            <a:endParaRPr lang="en-US" sz="1350" dirty="0"/>
          </a:p>
        </p:txBody>
      </p:sp>
      <p:sp>
        <p:nvSpPr>
          <p:cNvPr id="41" name="Text 17"/>
          <p:cNvSpPr/>
          <p:nvPr/>
        </p:nvSpPr>
        <p:spPr>
          <a:xfrm>
            <a:off x="5391150" y="2247900"/>
            <a:ext cx="37795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完整实现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</a:t>
            </a: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语言核心功能</a:t>
            </a:r>
            <a:endParaRPr lang="en-US" sz="1200" dirty="0"/>
          </a:p>
        </p:txBody>
      </p:sp>
      <p:sp>
        <p:nvSpPr>
          <p:cNvPr id="42" name="Text 18"/>
          <p:cNvSpPr/>
          <p:nvPr/>
        </p:nvSpPr>
        <p:spPr>
          <a:xfrm>
            <a:off x="8963025" y="1924050"/>
            <a:ext cx="1714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6个转译器</a:t>
            </a:r>
            <a:endParaRPr lang="en-US" sz="1350" dirty="0"/>
          </a:p>
        </p:txBody>
      </p:sp>
      <p:sp>
        <p:nvSpPr>
          <p:cNvPr id="43" name="Text 19"/>
          <p:cNvSpPr/>
          <p:nvPr/>
        </p:nvSpPr>
        <p:spPr>
          <a:xfrm>
            <a:off x="8620125" y="2118261"/>
            <a:ext cx="2875743" cy="45720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a2c, a2rs, a2ts, a2py, a2jet, a2ark</a:t>
            </a:r>
            <a:endParaRPr lang="en-US" sz="12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657850" y="2895600"/>
            <a:ext cx="60007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</a:t>
            </a:r>
            <a:r>
              <a:rPr lang="zh-CN" altLang="en-US" sz="135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特性</a:t>
            </a:r>
            <a:r>
              <a:rPr lang="en-US" sz="135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实现</a:t>
            </a:r>
            <a:endParaRPr lang="en-US" sz="1350" dirty="0"/>
          </a:p>
        </p:txBody>
      </p:sp>
      <p:sp>
        <p:nvSpPr>
          <p:cNvPr id="45" name="Text 21"/>
          <p:cNvSpPr/>
          <p:nvPr/>
        </p:nvSpPr>
        <p:spPr>
          <a:xfrm>
            <a:off x="5429250" y="3238500"/>
            <a:ext cx="26212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a2c (C语言支持)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" name="Text 22"/>
          <p:cNvSpPr/>
          <p:nvPr/>
        </p:nvSpPr>
        <p:spPr>
          <a:xfrm>
            <a:off x="11065222" y="3238500"/>
            <a:ext cx="792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90%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47" name="Text 23"/>
          <p:cNvSpPr/>
          <p:nvPr/>
        </p:nvSpPr>
        <p:spPr>
          <a:xfrm>
            <a:off x="5429250" y="3657600"/>
            <a:ext cx="335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a2rs (Rust语言支持)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Text 24"/>
          <p:cNvSpPr/>
          <p:nvPr/>
        </p:nvSpPr>
        <p:spPr>
          <a:xfrm>
            <a:off x="11065222" y="3657600"/>
            <a:ext cx="792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80%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5429250" y="4076700"/>
            <a:ext cx="19507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Auto语法实现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11065222" y="4076700"/>
            <a:ext cx="7924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95%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51" name="Text 2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2" name="Text 2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3" name="Text 29"/>
          <p:cNvSpPr/>
          <p:nvPr/>
        </p:nvSpPr>
        <p:spPr>
          <a:xfrm>
            <a:off x="1066800" y="6067425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build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4" name="Text 30"/>
          <p:cNvSpPr/>
          <p:nvPr/>
        </p:nvSpPr>
        <p:spPr>
          <a:xfrm>
            <a:off x="1447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5" name="Text 31"/>
          <p:cNvSpPr/>
          <p:nvPr/>
        </p:nvSpPr>
        <p:spPr>
          <a:xfrm>
            <a:off x="1524000" y="6067425"/>
            <a:ext cx="17602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 </a:t>
            </a:r>
            <a:r>
              <a:rPr lang="en-US" altLang="zh-CN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 </a:t>
            </a: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miracle "</a:t>
            </a: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6" name="Text 32"/>
          <p:cNvSpPr/>
          <p:nvPr/>
        </p:nvSpPr>
        <p:spPr>
          <a:xfrm>
            <a:off x="2621280" y="6059837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9" name="Text 7"/>
          <p:cNvSpPr/>
          <p:nvPr/>
        </p:nvSpPr>
        <p:spPr>
          <a:xfrm>
            <a:off x="3928604" y="3417128"/>
            <a:ext cx="702698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亿</a:t>
            </a:r>
            <a:endParaRPr lang="en-US" sz="4000" dirty="0"/>
          </a:p>
        </p:txBody>
      </p:sp>
      <p:sp>
        <p:nvSpPr>
          <p:cNvPr id="60" name="Text 8"/>
          <p:cNvSpPr/>
          <p:nvPr/>
        </p:nvSpPr>
        <p:spPr>
          <a:xfrm>
            <a:off x="4370070" y="4524375"/>
            <a:ext cx="1981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commits</a:t>
            </a:r>
            <a:endParaRPr lang="en-US" sz="15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1" name="Text 7"/>
          <p:cNvSpPr/>
          <p:nvPr/>
        </p:nvSpPr>
        <p:spPr>
          <a:xfrm>
            <a:off x="3975735" y="5100397"/>
            <a:ext cx="702698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zh-CN" altLang="en-US" sz="2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万</a:t>
            </a:r>
            <a:endParaRPr lang="en-US" sz="4000" dirty="0"/>
          </a:p>
        </p:txBody>
      </p:sp>
      <p:grpSp>
        <p:nvGrpSpPr>
          <p:cNvPr id="64" name="组合 63"/>
          <p:cNvGrpSpPr/>
          <p:nvPr/>
        </p:nvGrpSpPr>
        <p:grpSpPr>
          <a:xfrm>
            <a:off x="5276850" y="4887861"/>
            <a:ext cx="6305550" cy="813822"/>
            <a:chOff x="5276850" y="4920228"/>
            <a:chExt cx="6305550" cy="813822"/>
          </a:xfrm>
        </p:grpSpPr>
        <p:pic>
          <p:nvPicPr>
            <p:cNvPr id="57" name="Image 14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5276850" y="4933950"/>
              <a:ext cx="6305550" cy="800100"/>
            </a:xfrm>
            <a:prstGeom prst="rect">
              <a:avLst/>
            </a:prstGeom>
          </p:spPr>
        </p:pic>
        <p:pic>
          <p:nvPicPr>
            <p:cNvPr id="58" name="Image 1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429250" y="4958652"/>
              <a:ext cx="228600" cy="228600"/>
            </a:xfrm>
            <a:prstGeom prst="rect">
              <a:avLst/>
            </a:prstGeom>
          </p:spPr>
        </p:pic>
        <p:sp>
          <p:nvSpPr>
            <p:cNvPr id="62" name="Text 18"/>
            <p:cNvSpPr/>
            <p:nvPr/>
          </p:nvSpPr>
          <p:spPr>
            <a:xfrm>
              <a:off x="5762625" y="4920228"/>
              <a:ext cx="171450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4个</a:t>
              </a:r>
              <a:r>
                <a:rPr lang="zh-CN" altLang="en-US" sz="135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生态工具</a:t>
              </a:r>
              <a:endParaRPr lang="en-US" sz="135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  <p:sp>
          <p:nvSpPr>
            <p:cNvPr id="63" name="Text 19"/>
            <p:cNvSpPr/>
            <p:nvPr/>
          </p:nvSpPr>
          <p:spPr>
            <a:xfrm>
              <a:off x="5429250" y="5210334"/>
              <a:ext cx="5400675" cy="45720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altLang="zh-CN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UI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（</a:t>
              </a:r>
              <a:r>
                <a:rPr lang="en-US" sz="1200" dirty="0">
                  <a:solidFill>
                    <a:schemeClr val="accent4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AURA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Shell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（</a:t>
              </a:r>
              <a:r>
                <a:rPr lang="en-US" altLang="zh-CN" sz="1200" dirty="0">
                  <a:solidFill>
                    <a:schemeClr val="accent1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ASH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Builder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（</a:t>
              </a:r>
              <a:r>
                <a:rPr lang="en-US" altLang="zh-CN" sz="1200" dirty="0" err="1">
                  <a:solidFill>
                    <a:schemeClr val="accent2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AutoMan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），</a:t>
              </a:r>
              <a:r>
                <a:rPr lang="en-US" altLang="zh-CN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Doc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（</a:t>
              </a:r>
              <a:r>
                <a:rPr lang="en-US" altLang="zh-CN" sz="1200" dirty="0" err="1">
                  <a:solidFill>
                    <a:schemeClr val="accent6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AutoDown</a:t>
              </a:r>
              <a:r>
                <a:rPr lang="en-US" altLang="zh-CN" sz="1200" dirty="0">
                  <a:solidFill>
                    <a:schemeClr val="bg1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/</a:t>
              </a:r>
              <a:r>
                <a:rPr lang="en-US" altLang="zh-CN" sz="1200" dirty="0" err="1">
                  <a:solidFill>
                    <a:srgbClr val="EC4899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AutoGen</a:t>
              </a:r>
              <a:r>
                <a:rPr lang="zh-CN" altLang="en-US" sz="12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等线" panose="02010600030101010101" charset="-122"/>
                </a:rPr>
                <a:t>）</a:t>
              </a:r>
              <a:endParaRPr lang="en-US" sz="12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609600" y="609600"/>
            <a:ext cx="146761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Progress - Made BY AI (GLM5 Token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用量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) </a:t>
            </a:r>
            <a:endParaRPr lang="en-US" sz="2700" dirty="0"/>
          </a:p>
        </p:txBody>
      </p:sp>
      <p:pic>
        <p:nvPicPr>
          <p:cNvPr id="65" name="图片 6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7625" y="1288415"/>
            <a:ext cx="7016115" cy="5019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101600">
              <a:srgbClr val="EC4899">
                <a:alpha val="60000"/>
              </a:srgbClr>
            </a:glow>
          </a:effectLst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基于100亿Tokens的AI算力，两个月内完成传统需要数年的开发工作，由AI主导语言设计与实现。</a:t>
            </a:r>
            <a:endParaRPr lang="en-US" sz="1200" dirty="0"/>
          </a:p>
        </p:txBody>
      </p:sp>
      <p:sp>
        <p:nvSpPr>
          <p:cNvPr id="26" name="Text 4"/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专为AI生成设计的语法，双模式错误信息，注解式契约编程，让AI更容易理解和生成代码。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语言本身由AI代码构成，AI可以直接理解和修改Auto代码，实现"一次生成，处处使用"的愿景。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1" name="Text 9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2" name="Text 10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ai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34" name="Text 12"/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"triad"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39" name="文本框 38"/>
          <p:cNvSpPr txBox="1"/>
          <p:nvPr/>
        </p:nvSpPr>
        <p:spPr>
          <a:xfrm>
            <a:off x="887270" y="3651529"/>
            <a:ext cx="2737757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BY AI</a:t>
            </a:r>
            <a:endParaRPr lang="en-US" altLang="zh-CN" sz="18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</a:rPr>
              <a:t>Made OF AI</a:t>
            </a:r>
            <a:endParaRPr lang="en-US" dirty="0">
              <a:solidFill>
                <a:srgbClr val="FDE047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4901336" y="3656972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FOR AI</a:t>
            </a:r>
            <a:endParaRPr lang="en-US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35" y="4725135"/>
            <a:ext cx="1103429" cy="1103429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16" y="2534017"/>
            <a:ext cx="1561367" cy="15613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0" y="2038350"/>
            <a:ext cx="914400" cy="914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4550" y="2305050"/>
            <a:ext cx="3429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3181350"/>
            <a:ext cx="3352800" cy="1028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7200" y="1219200"/>
            <a:ext cx="3581400" cy="1676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9600" y="13716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1219200"/>
            <a:ext cx="3581400" cy="1676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53400" y="1371600"/>
            <a:ext cx="171450" cy="304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600" y="1838326"/>
            <a:ext cx="3276600" cy="81777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67200" y="3048000"/>
            <a:ext cx="3581400" cy="1371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19600" y="3200400"/>
            <a:ext cx="1714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19600" y="3619500"/>
            <a:ext cx="3276600" cy="6096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01000" y="3048000"/>
            <a:ext cx="3581400" cy="1371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53400" y="3200400"/>
            <a:ext cx="25717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29600" y="3657600"/>
            <a:ext cx="13335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9600" y="39243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7200" y="4572000"/>
            <a:ext cx="3581400" cy="12573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419600" y="4724400"/>
            <a:ext cx="2286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95800" y="5181600"/>
            <a:ext cx="1905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95800" y="544830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1000" y="4572000"/>
            <a:ext cx="3581400" cy="12573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153400" y="4724400"/>
            <a:ext cx="228600" cy="3048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29600" y="5181600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229600" y="5448300"/>
            <a:ext cx="152400" cy="1524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- Made FOR AI</a:t>
            </a:r>
            <a:endParaRPr lang="en-US" sz="2700" dirty="0"/>
          </a:p>
        </p:txBody>
      </p:sp>
      <p:sp>
        <p:nvSpPr>
          <p:cNvPr id="38" name="Text 6"/>
          <p:cNvSpPr/>
          <p:nvPr/>
        </p:nvSpPr>
        <p:spPr>
          <a:xfrm>
            <a:off x="2952750" y="3619500"/>
            <a:ext cx="3657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endParaRPr lang="en-US" sz="120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3" name="Text 11"/>
          <p:cNvSpPr/>
          <p:nvPr/>
        </p:nvSpPr>
        <p:spPr>
          <a:xfrm>
            <a:off x="0" y="3272020"/>
            <a:ext cx="34975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altLang="zh-CN" sz="13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</a:t>
            </a:r>
            <a:r>
              <a:rPr lang="zh-CN" altLang="en-US" sz="13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友好的</a:t>
            </a:r>
            <a:r>
              <a:rPr lang="en-US" sz="13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语法</a:t>
            </a:r>
            <a:r>
              <a:rPr lang="zh-CN" altLang="en-US" sz="13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设计</a:t>
            </a:r>
            <a:endParaRPr lang="en-US" sz="13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4" name="Text 12"/>
          <p:cNvSpPr/>
          <p:nvPr/>
        </p:nvSpPr>
        <p:spPr>
          <a:xfrm>
            <a:off x="676092" y="3652837"/>
            <a:ext cx="335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 × 人类 = Auto</a:t>
            </a:r>
            <a:endParaRPr lang="en-US" sz="1200" b="1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5" name="Text 13"/>
          <p:cNvSpPr/>
          <p:nvPr/>
        </p:nvSpPr>
        <p:spPr>
          <a:xfrm>
            <a:off x="4762500" y="1390650"/>
            <a:ext cx="24003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 err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双模式错误信息</a:t>
            </a:r>
            <a:r>
              <a:rPr lang="zh-CN" alt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（</a:t>
            </a:r>
            <a:r>
              <a:rPr lang="en-US" altLang="zh-CN" sz="135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--ai flag</a:t>
            </a:r>
            <a:r>
              <a:rPr lang="zh-CN" alt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）</a:t>
            </a:r>
            <a:endParaRPr lang="en-US" sz="13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" name="Text 14"/>
          <p:cNvSpPr/>
          <p:nvPr/>
        </p:nvSpPr>
        <p:spPr>
          <a:xfrm>
            <a:off x="4800600" y="1790700"/>
            <a:ext cx="2895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人类：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7" name="Text 15"/>
          <p:cNvSpPr/>
          <p:nvPr/>
        </p:nvSpPr>
        <p:spPr>
          <a:xfrm>
            <a:off x="4800600" y="1981200"/>
            <a:ext cx="3596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miette（美观的错误展示）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Text 16"/>
          <p:cNvSpPr/>
          <p:nvPr/>
        </p:nvSpPr>
        <p:spPr>
          <a:xfrm>
            <a:off x="4800600" y="2286000"/>
            <a:ext cx="28956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AI：</a:t>
            </a:r>
            <a:endParaRPr lang="en-US" sz="1050" dirty="0">
              <a:solidFill>
                <a:srgbClr val="4ADE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9" name="Text 17"/>
          <p:cNvSpPr/>
          <p:nvPr/>
        </p:nvSpPr>
        <p:spPr>
          <a:xfrm>
            <a:off x="4800600" y="2476500"/>
            <a:ext cx="3230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JSON（结构化错误信息）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50" name="Text 18"/>
          <p:cNvSpPr/>
          <p:nvPr/>
        </p:nvSpPr>
        <p:spPr>
          <a:xfrm>
            <a:off x="8439150" y="1390650"/>
            <a:ext cx="24003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注解式契约编程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51" name="Text 19"/>
          <p:cNvSpPr/>
          <p:nvPr/>
        </p:nvSpPr>
        <p:spPr>
          <a:xfrm>
            <a:off x="8394220" y="2147161"/>
            <a:ext cx="25069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#[in(…)]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</a:rPr>
              <a:t>#[out(…)]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</a:rPr>
              <a:t>#[invariant(…)]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</a:endParaRPr>
          </a:p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52" name="Text 20"/>
          <p:cNvSpPr/>
          <p:nvPr/>
        </p:nvSpPr>
        <p:spPr>
          <a:xfrm>
            <a:off x="8382790" y="2416928"/>
            <a:ext cx="4800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fn 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3" name="Text 21"/>
          <p:cNvSpPr/>
          <p:nvPr/>
        </p:nvSpPr>
        <p:spPr>
          <a:xfrm>
            <a:off x="8611390" y="2416928"/>
            <a:ext cx="9601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divide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4" name="Text 22"/>
          <p:cNvSpPr/>
          <p:nvPr/>
        </p:nvSpPr>
        <p:spPr>
          <a:xfrm>
            <a:off x="9068590" y="2416928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(a: 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5" name="Text 23"/>
          <p:cNvSpPr/>
          <p:nvPr/>
        </p:nvSpPr>
        <p:spPr>
          <a:xfrm>
            <a:off x="9373390" y="2416928"/>
            <a:ext cx="6934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i32</a:t>
            </a:r>
            <a:endParaRPr lang="en-US" sz="105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6" name="Text 24"/>
          <p:cNvSpPr/>
          <p:nvPr/>
        </p:nvSpPr>
        <p:spPr>
          <a:xfrm>
            <a:off x="9601990" y="2416928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, b: 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7" name="Text 25"/>
          <p:cNvSpPr/>
          <p:nvPr/>
        </p:nvSpPr>
        <p:spPr>
          <a:xfrm>
            <a:off x="9982990" y="2416928"/>
            <a:ext cx="6934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i32</a:t>
            </a:r>
            <a:endParaRPr lang="en-US" sz="105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8" name="Text 26"/>
          <p:cNvSpPr/>
          <p:nvPr/>
        </p:nvSpPr>
        <p:spPr>
          <a:xfrm>
            <a:off x="10211590" y="2416928"/>
            <a:ext cx="800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 -&gt; 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9" name="Text 27"/>
          <p:cNvSpPr/>
          <p:nvPr/>
        </p:nvSpPr>
        <p:spPr>
          <a:xfrm>
            <a:off x="10592590" y="2416928"/>
            <a:ext cx="6934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i32</a:t>
            </a:r>
            <a:endParaRPr lang="en-US" sz="105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0" name="Text 28"/>
          <p:cNvSpPr/>
          <p:nvPr/>
        </p:nvSpPr>
        <p:spPr>
          <a:xfrm>
            <a:off x="4705350" y="32194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意图注解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61" name="Text 29"/>
          <p:cNvSpPr/>
          <p:nvPr/>
        </p:nvSpPr>
        <p:spPr>
          <a:xfrm>
            <a:off x="4533900" y="3743325"/>
            <a:ext cx="4800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#[intent("生成REST API客户端")]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2" name="Text 30"/>
          <p:cNvSpPr/>
          <p:nvPr/>
        </p:nvSpPr>
        <p:spPr>
          <a:xfrm>
            <a:off x="4610100" y="3933825"/>
            <a:ext cx="4800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fn 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3" name="Text 31"/>
          <p:cNvSpPr/>
          <p:nvPr/>
        </p:nvSpPr>
        <p:spPr>
          <a:xfrm>
            <a:off x="4838700" y="3933825"/>
            <a:ext cx="20802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create_client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4" name="Text 32"/>
          <p:cNvSpPr/>
          <p:nvPr/>
        </p:nvSpPr>
        <p:spPr>
          <a:xfrm>
            <a:off x="5829300" y="39338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65" name="Text 33"/>
          <p:cNvSpPr/>
          <p:nvPr/>
        </p:nvSpPr>
        <p:spPr>
          <a:xfrm>
            <a:off x="8524875" y="3219450"/>
            <a:ext cx="21259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AI示例代码库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6" name="Text 34"/>
          <p:cNvSpPr/>
          <p:nvPr/>
        </p:nvSpPr>
        <p:spPr>
          <a:xfrm>
            <a:off x="8439150" y="3619500"/>
            <a:ext cx="2133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区分对人和对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的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Demo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示例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7" name="Text 35"/>
          <p:cNvSpPr/>
          <p:nvPr/>
        </p:nvSpPr>
        <p:spPr>
          <a:xfrm>
            <a:off x="8458200" y="38862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辅助生成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大规模</a:t>
            </a:r>
            <a:r>
              <a:rPr lang="en-US" altLang="zh-CN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Demo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库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8" name="Text 36"/>
          <p:cNvSpPr/>
          <p:nvPr/>
        </p:nvSpPr>
        <p:spPr>
          <a:xfrm>
            <a:off x="4762500" y="4743450"/>
            <a:ext cx="1371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反向转译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69" name="Text 37"/>
          <p:cNvSpPr/>
          <p:nvPr/>
        </p:nvSpPr>
        <p:spPr>
          <a:xfrm>
            <a:off x="4762500" y="5143500"/>
            <a:ext cx="2361464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将目标代码工程反向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生成Auto代码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0" name="Text 38"/>
          <p:cNvSpPr/>
          <p:nvPr/>
        </p:nvSpPr>
        <p:spPr>
          <a:xfrm>
            <a:off x="4724400" y="5410200"/>
            <a:ext cx="2710912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理解人类注释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，生成符合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理解的注释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1" name="Text 39"/>
          <p:cNvSpPr/>
          <p:nvPr/>
        </p:nvSpPr>
        <p:spPr>
          <a:xfrm>
            <a:off x="8496300" y="4743450"/>
            <a:ext cx="246888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Claude Skill</a:t>
            </a:r>
            <a:endParaRPr lang="en-US" sz="13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72" name="Text 40"/>
          <p:cNvSpPr/>
          <p:nvPr/>
        </p:nvSpPr>
        <p:spPr>
          <a:xfrm>
            <a:off x="8496300" y="5143500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Auto代码生成技能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73" name="Text 41"/>
          <p:cNvSpPr/>
          <p:nvPr/>
        </p:nvSpPr>
        <p:spPr>
          <a:xfrm>
            <a:off x="8458200" y="54102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集成开发环境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74" name="Text 42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5" name="Text 43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6" name="Text 44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7" name="Text 45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8" name="Text 46"/>
          <p:cNvSpPr/>
          <p:nvPr/>
        </p:nvSpPr>
        <p:spPr>
          <a:xfrm>
            <a:off x="1295400" y="6067425"/>
            <a:ext cx="16002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"friendly"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79" name="Text 47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250" y="2857500"/>
            <a:ext cx="2857500" cy="190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9001" y="2862263"/>
            <a:ext cx="1254748" cy="2154237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0501" y="717551"/>
            <a:ext cx="1254748" cy="21542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0" y="2857500"/>
            <a:ext cx="76200" cy="76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0" y="2857500"/>
            <a:ext cx="76200" cy="76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0" y="4953000"/>
            <a:ext cx="76200" cy="762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0" y="4953000"/>
            <a:ext cx="76200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1485900"/>
            <a:ext cx="7620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2000" y="3371850"/>
            <a:ext cx="3352800" cy="19812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3600450"/>
            <a:ext cx="42862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19600" y="3371850"/>
            <a:ext cx="3352800" cy="1981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360045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7200" y="3371850"/>
            <a:ext cx="3352800" cy="19812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5800" y="3600450"/>
            <a:ext cx="34290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609600" y="10287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Outline – Auto: AI 三位一体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9906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由AI主导开发</a:t>
            </a:r>
            <a:endParaRPr lang="en-US" sz="1500" dirty="0"/>
          </a:p>
        </p:txBody>
      </p:sp>
      <p:sp>
        <p:nvSpPr>
          <p:cNvPr id="25" name="Text 3"/>
          <p:cNvSpPr/>
          <p:nvPr/>
        </p:nvSpPr>
        <p:spPr>
          <a:xfrm>
            <a:off x="9906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基于100亿Tokens的AI算力，两个月内完成传统需要数年的开发工作，由AI主导语言设计与实现。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6" name="Text 4"/>
          <p:cNvSpPr/>
          <p:nvPr/>
        </p:nvSpPr>
        <p:spPr>
          <a:xfrm>
            <a:off x="4648200" y="4095750"/>
            <a:ext cx="312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为AI代码生成优化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46482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专为AI生成设计的语法，双模式错误信息，注解式契约编程，让AI更容易理解和生成代码。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8" name="Text 6"/>
          <p:cNvSpPr/>
          <p:nvPr/>
        </p:nvSpPr>
        <p:spPr>
          <a:xfrm>
            <a:off x="8305800" y="4095750"/>
            <a:ext cx="289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由AI代码构成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8305800" y="4438650"/>
            <a:ext cx="2895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语言本身由AI代码构成，AI可以直接理解和修改Auto代码，实现"一次生成，处处使用"的愿景。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Text 8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1" name="Text 9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10668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1219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12954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"triad"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18288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887270" y="3651529"/>
            <a:ext cx="2737757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80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BY AI</a:t>
            </a:r>
            <a:endParaRPr lang="en-US" altLang="zh-CN" sz="18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1" name="Text 12"/>
          <p:cNvSpPr/>
          <p:nvPr/>
        </p:nvSpPr>
        <p:spPr>
          <a:xfrm>
            <a:off x="8477250" y="3657600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</a:rPr>
              <a:t>Made OF AI</a:t>
            </a:r>
            <a:endParaRPr lang="en-US" dirty="0">
              <a:solidFill>
                <a:srgbClr val="FDE047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4901336" y="3656972"/>
            <a:ext cx="1828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dirty="0">
                <a:solidFill>
                  <a:srgbClr val="F9A8D4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Made FOR AI</a:t>
            </a:r>
            <a:endParaRPr lang="en-US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5568812" y="1631951"/>
            <a:ext cx="1054376" cy="1085935"/>
            <a:chOff x="5418879" y="1488666"/>
            <a:chExt cx="1350497" cy="1350497"/>
          </a:xfrm>
        </p:grpSpPr>
        <p:sp>
          <p:nvSpPr>
            <p:cNvPr id="45" name="椭圆 44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4" name="图形 43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3228" y="4054428"/>
            <a:ext cx="882744" cy="882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7443" y="1663118"/>
            <a:ext cx="34037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3329" y="4707987"/>
            <a:ext cx="34037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4081" y="2611837"/>
            <a:ext cx="22860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1989" y="4591050"/>
            <a:ext cx="749350" cy="19050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-5608320" y="457200"/>
            <a:ext cx="2340864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000000">
                    <a:alpha val="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· Made of AI — </a:t>
            </a:r>
            <a:endParaRPr lang="en-US" sz="3600" dirty="0"/>
          </a:p>
        </p:txBody>
      </p:sp>
      <p:sp>
        <p:nvSpPr>
          <p:cNvPr id="17" name="Text 2"/>
          <p:cNvSpPr/>
          <p:nvPr/>
        </p:nvSpPr>
        <p:spPr>
          <a:xfrm>
            <a:off x="1331313" y="1701218"/>
            <a:ext cx="17602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a2py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18" name="Text 3"/>
          <p:cNvSpPr/>
          <p:nvPr/>
        </p:nvSpPr>
        <p:spPr>
          <a:xfrm>
            <a:off x="2551743" y="1647549"/>
            <a:ext cx="11177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→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19" name="Text 4"/>
          <p:cNvSpPr/>
          <p:nvPr/>
        </p:nvSpPr>
        <p:spPr>
          <a:xfrm>
            <a:off x="2611179" y="1705347"/>
            <a:ext cx="13868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 Agent</a:t>
            </a:r>
            <a:endParaRPr lang="en-US" sz="1400" b="1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0" name="Text 5"/>
          <p:cNvSpPr/>
          <p:nvPr/>
        </p:nvSpPr>
        <p:spPr>
          <a:xfrm>
            <a:off x="1230953" y="2059198"/>
            <a:ext cx="30937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支持Python生态无缝接入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2" name="Text 7"/>
          <p:cNvSpPr/>
          <p:nvPr/>
        </p:nvSpPr>
        <p:spPr>
          <a:xfrm>
            <a:off x="7983812" y="1596312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</a:rPr>
              <a:t>SmartCmd</a:t>
            </a:r>
            <a:endParaRPr lang="en-US" sz="1050" dirty="0" err="1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3" name="Text 8"/>
          <p:cNvSpPr/>
          <p:nvPr/>
        </p:nvSpPr>
        <p:spPr>
          <a:xfrm>
            <a:off x="9276341" y="1557988"/>
            <a:ext cx="919437" cy="59714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4" name="Text 9"/>
          <p:cNvSpPr/>
          <p:nvPr/>
        </p:nvSpPr>
        <p:spPr>
          <a:xfrm>
            <a:off x="9416720" y="1606337"/>
            <a:ext cx="1333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 Tool</a:t>
            </a:r>
            <a:endParaRPr lang="en-US" sz="1400" b="1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5" name="Text 10"/>
          <p:cNvSpPr/>
          <p:nvPr/>
        </p:nvSpPr>
        <p:spPr>
          <a:xfrm>
            <a:off x="7983812" y="2000188"/>
            <a:ext cx="3200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让Agent能够执行实际操作</a:t>
            </a:r>
            <a:endParaRPr lang="en-US" sz="1050" dirty="0">
              <a:solidFill>
                <a:srgbClr val="4ADE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1806789" y="4581282"/>
            <a:ext cx="776415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AutoDown</a:t>
            </a:r>
            <a:endParaRPr lang="en-US" sz="1050" dirty="0" err="1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9" name="Text 14"/>
          <p:cNvSpPr/>
          <p:nvPr/>
        </p:nvSpPr>
        <p:spPr>
          <a:xfrm>
            <a:off x="2027478" y="4591050"/>
            <a:ext cx="272034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 Skill</a:t>
            </a:r>
            <a:endParaRPr lang="en-US" sz="1400" b="1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30" name="Text 15"/>
          <p:cNvSpPr/>
          <p:nvPr/>
        </p:nvSpPr>
        <p:spPr>
          <a:xfrm>
            <a:off x="2002616" y="4812998"/>
            <a:ext cx="1714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FB92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用</a:t>
            </a:r>
            <a:r>
              <a:rPr lang="en-US" altLang="zh-CN" sz="1050" dirty="0" err="1">
                <a:solidFill>
                  <a:srgbClr val="FB92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AutoDown</a:t>
            </a:r>
            <a:r>
              <a:rPr lang="zh-CN" altLang="en-US" sz="1050" dirty="0">
                <a:solidFill>
                  <a:srgbClr val="FB92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描述</a:t>
            </a:r>
            <a:r>
              <a:rPr lang="en-US" altLang="zh-CN" sz="1050" dirty="0">
                <a:solidFill>
                  <a:srgbClr val="FB923C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Skill</a:t>
            </a:r>
            <a:endParaRPr lang="en-US" sz="105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Text 17"/>
          <p:cNvSpPr/>
          <p:nvPr/>
        </p:nvSpPr>
        <p:spPr>
          <a:xfrm>
            <a:off x="8500273" y="4732607"/>
            <a:ext cx="673052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AutoDown</a:t>
            </a:r>
            <a:endParaRPr lang="en-US" sz="1050" dirty="0" err="1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9556507" y="4752484"/>
            <a:ext cx="1333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 </a:t>
            </a:r>
            <a:r>
              <a:rPr lang="en-US" sz="1400" b="1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Knowlege</a:t>
            </a:r>
            <a:endParaRPr lang="en-US" sz="1400" b="1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7825662" y="5066879"/>
            <a:ext cx="3200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D8B4FE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为Agent提供领域知识支持</a:t>
            </a:r>
            <a:endParaRPr lang="en-US" sz="1050" dirty="0">
              <a:solidFill>
                <a:srgbClr val="D8B4FE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6" name="Text 21"/>
          <p:cNvSpPr/>
          <p:nvPr/>
        </p:nvSpPr>
        <p:spPr>
          <a:xfrm>
            <a:off x="5242680" y="3486921"/>
            <a:ext cx="1828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kern="0" spc="-3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SafeClaw</a:t>
            </a:r>
            <a:endParaRPr lang="en-US" sz="1500" b="1" kern="0" spc="-3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37" name="Text 22"/>
          <p:cNvSpPr/>
          <p:nvPr/>
        </p:nvSpPr>
        <p:spPr>
          <a:xfrm>
            <a:off x="4892860" y="3193100"/>
            <a:ext cx="252844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AI Agent 集群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8" name="Text 23"/>
          <p:cNvSpPr/>
          <p:nvPr/>
        </p:nvSpPr>
        <p:spPr>
          <a:xfrm>
            <a:off x="3623431" y="4749649"/>
            <a:ext cx="5067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由四个核心组件组合而成的完整Agent系统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9" name="Text 24"/>
          <p:cNvSpPr/>
          <p:nvPr/>
        </p:nvSpPr>
        <p:spPr>
          <a:xfrm>
            <a:off x="4255696" y="4978300"/>
            <a:ext cx="36804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具备理解、执行、学习、记忆能力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2580425" y="4543182"/>
            <a:ext cx="362575" cy="298155"/>
            <a:chOff x="2735672" y="3843422"/>
            <a:chExt cx="362575" cy="298155"/>
          </a:xfrm>
        </p:grpSpPr>
        <p:sp>
          <p:nvSpPr>
            <p:cNvPr id="43" name="矩形: 圆角 42"/>
            <p:cNvSpPr/>
            <p:nvPr/>
          </p:nvSpPr>
          <p:spPr>
            <a:xfrm>
              <a:off x="2735672" y="3848530"/>
              <a:ext cx="362575" cy="293047"/>
            </a:xfrm>
            <a:prstGeom prst="round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28" name="Text 13"/>
            <p:cNvSpPr/>
            <p:nvPr/>
          </p:nvSpPr>
          <p:spPr>
            <a:xfrm>
              <a:off x="2861074" y="3843422"/>
              <a:ext cx="11177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→</a:t>
              </a:r>
              <a:endPara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9235433" y="1556108"/>
            <a:ext cx="362575" cy="298155"/>
            <a:chOff x="2735672" y="3843422"/>
            <a:chExt cx="362575" cy="298155"/>
          </a:xfrm>
        </p:grpSpPr>
        <p:sp>
          <p:nvSpPr>
            <p:cNvPr id="46" name="矩形: 圆角 45"/>
            <p:cNvSpPr/>
            <p:nvPr/>
          </p:nvSpPr>
          <p:spPr>
            <a:xfrm>
              <a:off x="2735672" y="3848530"/>
              <a:ext cx="362575" cy="293047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47" name="Text 13"/>
            <p:cNvSpPr/>
            <p:nvPr/>
          </p:nvSpPr>
          <p:spPr>
            <a:xfrm>
              <a:off x="2861074" y="3843422"/>
              <a:ext cx="11177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→</a:t>
              </a:r>
              <a:endPara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9221437" y="4685890"/>
            <a:ext cx="362575" cy="293047"/>
            <a:chOff x="3250021" y="6958293"/>
            <a:chExt cx="362575" cy="293047"/>
          </a:xfrm>
        </p:grpSpPr>
        <p:sp>
          <p:nvSpPr>
            <p:cNvPr id="52" name="矩形: 圆角 51"/>
            <p:cNvSpPr/>
            <p:nvPr/>
          </p:nvSpPr>
          <p:spPr>
            <a:xfrm>
              <a:off x="3250021" y="6958293"/>
              <a:ext cx="362575" cy="293047"/>
            </a:xfrm>
            <a:prstGeom prst="roundRect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53" name="Text 13"/>
            <p:cNvSpPr/>
            <p:nvPr/>
          </p:nvSpPr>
          <p:spPr>
            <a:xfrm>
              <a:off x="3380008" y="6971466"/>
              <a:ext cx="11177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→</a:t>
              </a:r>
              <a:endPara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cxnSp>
        <p:nvCxnSpPr>
          <p:cNvPr id="55" name="直接箭头连接符 54"/>
          <p:cNvCxnSpPr/>
          <p:nvPr/>
        </p:nvCxnSpPr>
        <p:spPr>
          <a:xfrm>
            <a:off x="3623431" y="2318879"/>
            <a:ext cx="1077025" cy="702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 flipH="1">
            <a:off x="7491546" y="2249698"/>
            <a:ext cx="964477" cy="72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 flipH="1" flipV="1">
            <a:off x="7543800" y="4095422"/>
            <a:ext cx="956473" cy="52922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" idx="0"/>
          </p:cNvCxnSpPr>
          <p:nvPr/>
        </p:nvCxnSpPr>
        <p:spPr>
          <a:xfrm flipV="1">
            <a:off x="3762376" y="4001589"/>
            <a:ext cx="975854" cy="537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9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- Made OF AI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自制 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Agent 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架构</a:t>
            </a:r>
            <a:endParaRPr lang="en-US" sz="2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358" y="557358"/>
            <a:ext cx="1399883" cy="139988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521" y="4539121"/>
            <a:ext cx="1951709" cy="195170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16590"/>
            <a:ext cx="2739777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648866"/>
            <a:ext cx="2914501" cy="3810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3" name="Text 2"/>
          <p:cNvSpPr/>
          <p:nvPr/>
        </p:nvSpPr>
        <p:spPr>
          <a:xfrm>
            <a:off x="914400" y="1216590"/>
            <a:ext cx="4713504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Interact with </a:t>
            </a:r>
            <a:r>
              <a:rPr lang="en-US" sz="1200" b="1" dirty="0">
                <a:solidFill>
                  <a:srgbClr val="C084F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 Languages</a:t>
            </a:r>
            <a:endParaRPr lang="en-US" sz="1200" dirty="0">
              <a:solidFill>
                <a:srgbClr val="C084FC"/>
              </a:solidFill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4367022" y="1887949"/>
            <a:ext cx="6113700" cy="2193972"/>
            <a:chOff x="4367022" y="1887949"/>
            <a:chExt cx="6113700" cy="2193972"/>
          </a:xfrm>
        </p:grpSpPr>
        <p:pic>
          <p:nvPicPr>
            <p:cNvPr id="4" name="Image 2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597978" y="3199177"/>
              <a:ext cx="882744" cy="882744"/>
            </a:xfrm>
            <a:prstGeom prst="rect">
              <a:avLst/>
            </a:prstGeom>
          </p:spPr>
        </p:pic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476750" y="1887949"/>
              <a:ext cx="1371600" cy="13716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153150" y="1887949"/>
              <a:ext cx="1371600" cy="1371600"/>
            </a:xfrm>
            <a:prstGeom prst="rect">
              <a:avLst/>
            </a:prstGeom>
          </p:spPr>
        </p:pic>
        <p:pic>
          <p:nvPicPr>
            <p:cNvPr id="12" name="Image 10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696075" y="2135599"/>
              <a:ext cx="285750" cy="342900"/>
            </a:xfrm>
            <a:prstGeom prst="rect">
              <a:avLst/>
            </a:prstGeom>
          </p:spPr>
        </p:pic>
        <p:sp>
          <p:nvSpPr>
            <p:cNvPr id="34" name="Text 3"/>
            <p:cNvSpPr/>
            <p:nvPr/>
          </p:nvSpPr>
          <p:spPr>
            <a:xfrm>
              <a:off x="4545256" y="2685112"/>
              <a:ext cx="123444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Triton</a:t>
              </a:r>
              <a:endParaRPr lang="en-US" sz="1350" dirty="0"/>
            </a:p>
          </p:txBody>
        </p:sp>
        <p:sp>
          <p:nvSpPr>
            <p:cNvPr id="36" name="Text 5"/>
            <p:cNvSpPr/>
            <p:nvPr/>
          </p:nvSpPr>
          <p:spPr>
            <a:xfrm>
              <a:off x="4367022" y="3373849"/>
              <a:ext cx="1591056" cy="20582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620"/>
                </a:lnSpc>
                <a:buNone/>
              </a:pPr>
              <a:r>
                <a:rPr lang="en-US" sz="1080" i="1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GPU通用计算</a:t>
              </a:r>
              <a:endParaRPr lang="en-US" sz="1080" dirty="0"/>
            </a:p>
          </p:txBody>
        </p:sp>
        <p:sp>
          <p:nvSpPr>
            <p:cNvPr id="37" name="Text 6"/>
            <p:cNvSpPr/>
            <p:nvPr/>
          </p:nvSpPr>
          <p:spPr>
            <a:xfrm>
              <a:off x="6427396" y="2554699"/>
              <a:ext cx="822960" cy="2667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2100"/>
                </a:lnSpc>
                <a:buNone/>
              </a:pPr>
              <a:r>
                <a:rPr lang="en-US" sz="1350" b="1" dirty="0">
                  <a:solidFill>
                    <a:srgbClr val="1F2937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Mojo</a:t>
              </a:r>
              <a:endParaRPr lang="en-US" sz="1350" dirty="0"/>
            </a:p>
          </p:txBody>
        </p:sp>
        <p:sp>
          <p:nvSpPr>
            <p:cNvPr id="38" name="Text 7"/>
            <p:cNvSpPr/>
            <p:nvPr/>
          </p:nvSpPr>
          <p:spPr>
            <a:xfrm>
              <a:off x="6278806" y="2821399"/>
              <a:ext cx="112014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4B5563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Modular</a:t>
              </a:r>
              <a:endParaRPr lang="en-US" sz="1050" dirty="0"/>
            </a:p>
          </p:txBody>
        </p:sp>
        <p:sp>
          <p:nvSpPr>
            <p:cNvPr id="39" name="Text 8"/>
            <p:cNvSpPr/>
            <p:nvPr/>
          </p:nvSpPr>
          <p:spPr>
            <a:xfrm>
              <a:off x="5988558" y="3373849"/>
              <a:ext cx="1700784" cy="20582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620"/>
                </a:lnSpc>
                <a:buNone/>
              </a:pPr>
              <a:r>
                <a:rPr lang="en-US" sz="1080" i="1" dirty="0">
                  <a:solidFill>
                    <a:srgbClr val="D1D5DB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高性能AI推理</a:t>
              </a:r>
              <a:endParaRPr lang="en-US" sz="1080" dirty="0"/>
            </a:p>
          </p:txBody>
        </p:sp>
      </p:grpSp>
      <p:sp>
        <p:nvSpPr>
          <p:cNvPr id="40" name="Text 9"/>
          <p:cNvSpPr/>
          <p:nvPr/>
        </p:nvSpPr>
        <p:spPr>
          <a:xfrm>
            <a:off x="914400" y="3648866"/>
            <a:ext cx="5130969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直接转译层 - </a:t>
            </a:r>
            <a:r>
              <a:rPr lang="en-US" sz="120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Direct</a:t>
            </a: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n-US" sz="1200" b="1" dirty="0">
                <a:solidFill>
                  <a:schemeClr val="accent6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transpilation</a:t>
            </a:r>
            <a:endParaRPr lang="en-US" sz="1200" dirty="0">
              <a:solidFill>
                <a:schemeClr val="accent6"/>
              </a:solidFill>
            </a:endParaRPr>
          </a:p>
        </p:txBody>
      </p:sp>
      <p:sp>
        <p:nvSpPr>
          <p:cNvPr id="41" name="Text 10"/>
          <p:cNvSpPr/>
          <p:nvPr/>
        </p:nvSpPr>
        <p:spPr>
          <a:xfrm>
            <a:off x="762000" y="5518842"/>
            <a:ext cx="10668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Auto直接转译到各</a:t>
            </a:r>
            <a:r>
              <a:rPr lang="zh-CN" altLang="en-US" sz="1050" dirty="0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种计算</a:t>
            </a:r>
            <a:r>
              <a:rPr lang="en-US" sz="1050" dirty="0" err="1">
                <a:solidFill>
                  <a:srgbClr val="9CA3A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平台</a:t>
            </a:r>
            <a:endParaRPr lang="en-US" sz="1050" dirty="0"/>
          </a:p>
        </p:txBody>
      </p:sp>
      <p:grpSp>
        <p:nvGrpSpPr>
          <p:cNvPr id="60" name="组合 59"/>
          <p:cNvGrpSpPr/>
          <p:nvPr/>
        </p:nvGrpSpPr>
        <p:grpSpPr>
          <a:xfrm>
            <a:off x="3654027" y="4401758"/>
            <a:ext cx="5295900" cy="1123950"/>
            <a:chOff x="3448050" y="5882729"/>
            <a:chExt cx="5295900" cy="1123950"/>
          </a:xfrm>
        </p:grpSpPr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48050" y="5882729"/>
              <a:ext cx="1238250" cy="9906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71925" y="5997029"/>
              <a:ext cx="190500" cy="266700"/>
            </a:xfrm>
            <a:prstGeom prst="rect">
              <a:avLst/>
            </a:prstGeom>
          </p:spPr>
        </p:pic>
        <p:pic>
          <p:nvPicPr>
            <p:cNvPr id="16" name="Image 14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4057650" y="6720929"/>
              <a:ext cx="19050" cy="285750"/>
            </a:xfrm>
            <a:prstGeom prst="rect">
              <a:avLst/>
            </a:prstGeom>
          </p:spPr>
        </p:pic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800600" y="5882729"/>
              <a:ext cx="1238250" cy="9906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324475" y="5997029"/>
              <a:ext cx="190500" cy="2667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410200" y="6720929"/>
              <a:ext cx="19050" cy="285750"/>
            </a:xfrm>
            <a:prstGeom prst="rect">
              <a:avLst/>
            </a:prstGeom>
          </p:spPr>
        </p:pic>
        <p:pic>
          <p:nvPicPr>
            <p:cNvPr id="20" name="Image 18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153150" y="5882729"/>
              <a:ext cx="1238250" cy="990600"/>
            </a:xfrm>
            <a:prstGeom prst="rect">
              <a:avLst/>
            </a:prstGeom>
          </p:spPr>
        </p:pic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677025" y="5997029"/>
              <a:ext cx="190500" cy="2667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762750" y="6720929"/>
              <a:ext cx="19050" cy="28575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505700" y="5882729"/>
              <a:ext cx="1238250" cy="990600"/>
            </a:xfrm>
            <a:prstGeom prst="rect">
              <a:avLst/>
            </a:prstGeom>
          </p:spPr>
        </p:pic>
        <p:pic>
          <p:nvPicPr>
            <p:cNvPr id="24" name="Image 22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029575" y="5997029"/>
              <a:ext cx="190500" cy="266700"/>
            </a:xfrm>
            <a:prstGeom prst="rect">
              <a:avLst/>
            </a:prstGeom>
          </p:spPr>
        </p:pic>
        <p:pic>
          <p:nvPicPr>
            <p:cNvPr id="25" name="Image 23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115300" y="6720929"/>
              <a:ext cx="19050" cy="285750"/>
            </a:xfrm>
            <a:prstGeom prst="rect">
              <a:avLst/>
            </a:prstGeom>
          </p:spPr>
        </p:pic>
        <p:sp>
          <p:nvSpPr>
            <p:cNvPr id="42" name="Text 11"/>
            <p:cNvSpPr/>
            <p:nvPr/>
          </p:nvSpPr>
          <p:spPr>
            <a:xfrm>
              <a:off x="3701415" y="6301829"/>
              <a:ext cx="73152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CUDA</a:t>
              </a:r>
              <a:endParaRPr lang="en-US" sz="1200" dirty="0"/>
            </a:p>
          </p:txBody>
        </p:sp>
        <p:sp>
          <p:nvSpPr>
            <p:cNvPr id="43" name="Text 12"/>
            <p:cNvSpPr/>
            <p:nvPr/>
          </p:nvSpPr>
          <p:spPr>
            <a:xfrm>
              <a:off x="3587041" y="6568529"/>
              <a:ext cx="96012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NVIDIA</a:t>
              </a:r>
              <a:endParaRPr lang="en-US" sz="1050" dirty="0"/>
            </a:p>
          </p:txBody>
        </p:sp>
        <p:sp>
          <p:nvSpPr>
            <p:cNvPr id="44" name="Text 13"/>
            <p:cNvSpPr/>
            <p:nvPr/>
          </p:nvSpPr>
          <p:spPr>
            <a:xfrm>
              <a:off x="5053965" y="6301829"/>
              <a:ext cx="73152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CANN</a:t>
              </a:r>
              <a:endParaRPr lang="en-US" sz="1200" dirty="0"/>
            </a:p>
          </p:txBody>
        </p:sp>
        <p:sp>
          <p:nvSpPr>
            <p:cNvPr id="45" name="Text 14"/>
            <p:cNvSpPr/>
            <p:nvPr/>
          </p:nvSpPr>
          <p:spPr>
            <a:xfrm>
              <a:off x="5153025" y="6568529"/>
              <a:ext cx="53340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华为</a:t>
              </a:r>
              <a:endParaRPr lang="en-US" sz="1050" dirty="0"/>
            </a:p>
          </p:txBody>
        </p:sp>
        <p:sp>
          <p:nvSpPr>
            <p:cNvPr id="46" name="Text 15"/>
            <p:cNvSpPr/>
            <p:nvPr/>
          </p:nvSpPr>
          <p:spPr>
            <a:xfrm>
              <a:off x="6406515" y="6301829"/>
              <a:ext cx="73152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ROCm</a:t>
              </a:r>
              <a:endParaRPr lang="en-US" sz="1200" dirty="0"/>
            </a:p>
          </p:txBody>
        </p:sp>
        <p:sp>
          <p:nvSpPr>
            <p:cNvPr id="47" name="Text 16"/>
            <p:cNvSpPr/>
            <p:nvPr/>
          </p:nvSpPr>
          <p:spPr>
            <a:xfrm>
              <a:off x="6532245" y="6568529"/>
              <a:ext cx="48006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AMD</a:t>
              </a:r>
              <a:endParaRPr lang="en-US" sz="1050" dirty="0"/>
            </a:p>
          </p:txBody>
        </p:sp>
        <p:sp>
          <p:nvSpPr>
            <p:cNvPr id="48" name="Text 17"/>
            <p:cNvSpPr/>
            <p:nvPr/>
          </p:nvSpPr>
          <p:spPr>
            <a:xfrm>
              <a:off x="7758991" y="6301829"/>
              <a:ext cx="73152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MUSA</a:t>
              </a:r>
              <a:endParaRPr lang="en-US" sz="1200" dirty="0"/>
            </a:p>
          </p:txBody>
        </p:sp>
        <p:sp>
          <p:nvSpPr>
            <p:cNvPr id="49" name="Text 18"/>
            <p:cNvSpPr/>
            <p:nvPr/>
          </p:nvSpPr>
          <p:spPr>
            <a:xfrm>
              <a:off x="7591425" y="6568529"/>
              <a:ext cx="1066800" cy="1905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500"/>
                </a:lnSpc>
                <a:buNone/>
              </a:pPr>
              <a:r>
                <a:rPr lang="en-US" sz="1050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摩尔线程</a:t>
              </a:r>
              <a:endParaRPr lang="en-US" sz="1050" dirty="0"/>
            </a:p>
          </p:txBody>
        </p:sp>
      </p:grpSp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9600" y="628650"/>
            <a:ext cx="428625" cy="342900"/>
          </a:xfrm>
          <a:prstGeom prst="rect">
            <a:avLst/>
          </a:prstGeom>
        </p:spPr>
      </p:pic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73952" y="981236"/>
            <a:ext cx="762000" cy="38100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1190625" y="6096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- Made OF AI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</a:t>
            </a: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</a:t>
            </a:r>
            <a:r>
              <a:rPr lang="en-US" altLang="zh-CN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编译加速</a:t>
            </a:r>
            <a:endParaRPr lang="en-US" sz="2700" dirty="0"/>
          </a:p>
        </p:txBody>
      </p:sp>
      <p:sp>
        <p:nvSpPr>
          <p:cNvPr id="6" name="AutoShape 2" descr="@triton-lang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9228" y="2133081"/>
            <a:ext cx="486495" cy="48649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9100" y="1371600"/>
            <a:ext cx="3543300" cy="1905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/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/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/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/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6761" y="3605213"/>
            <a:ext cx="8778180" cy="2857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6761" y="3562350"/>
            <a:ext cx="114300" cy="114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1380" y="3562350"/>
            <a:ext cx="114300" cy="1143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3562350"/>
            <a:ext cx="114300" cy="114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90471" y="3562350"/>
            <a:ext cx="114300" cy="114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1790700"/>
            <a:ext cx="2438400" cy="1485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1990725"/>
            <a:ext cx="323850" cy="285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54301" y="1790700"/>
            <a:ext cx="2438400" cy="1485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44801" y="1990725"/>
            <a:ext cx="361950" cy="2857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9002" y="1790700"/>
            <a:ext cx="2438400" cy="1485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43702" y="1790700"/>
            <a:ext cx="2438400" cy="1485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4202" y="1990725"/>
            <a:ext cx="285750" cy="28575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" y="3733800"/>
            <a:ext cx="5334000" cy="1676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8200" y="4000500"/>
            <a:ext cx="238125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3815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686300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8200" y="499110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248400" y="3733800"/>
            <a:ext cx="5334000" cy="1676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4000500"/>
            <a:ext cx="190500" cy="1905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381500"/>
            <a:ext cx="15240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6863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9911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+ OS - Agent OS 生态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800100" y="24003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Cursor</a:t>
            </a:r>
            <a:endParaRPr lang="en-US" sz="1500" dirty="0"/>
          </a:p>
        </p:txBody>
      </p:sp>
      <p:sp>
        <p:nvSpPr>
          <p:cNvPr id="33" name="Text 2"/>
          <p:cNvSpPr/>
          <p:nvPr/>
        </p:nvSpPr>
        <p:spPr>
          <a:xfrm>
            <a:off x="800100" y="2705100"/>
            <a:ext cx="2057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初始阶段：AI驱动的代码编辑器，提供基础AI辅助编程体验。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3644801" y="24003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Claude</a:t>
            </a:r>
            <a:endParaRPr lang="en-US" sz="1500" dirty="0"/>
          </a:p>
        </p:txBody>
      </p:sp>
      <p:sp>
        <p:nvSpPr>
          <p:cNvPr id="35" name="Text 4"/>
          <p:cNvSpPr/>
          <p:nvPr/>
        </p:nvSpPr>
        <p:spPr>
          <a:xfrm>
            <a:off x="3644801" y="2705100"/>
            <a:ext cx="2057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进化阶段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通过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和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Skill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提供更智能的开发环境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6489502" y="24003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OpenClaw</a:t>
            </a:r>
            <a:endParaRPr lang="en-US" sz="1500" dirty="0"/>
          </a:p>
        </p:txBody>
      </p:sp>
      <p:sp>
        <p:nvSpPr>
          <p:cNvPr id="37" name="Text 6"/>
          <p:cNvSpPr/>
          <p:nvPr/>
        </p:nvSpPr>
        <p:spPr>
          <a:xfrm>
            <a:off x="6489502" y="2705100"/>
            <a:ext cx="20574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突破阶段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多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体系，通过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tools/skills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实现跨平台的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工作环境</a:t>
            </a:r>
            <a:endParaRPr lang="en-US" sz="1050" dirty="0"/>
          </a:p>
        </p:txBody>
      </p:sp>
      <p:sp>
        <p:nvSpPr>
          <p:cNvPr id="38" name="Text 7"/>
          <p:cNvSpPr/>
          <p:nvPr/>
        </p:nvSpPr>
        <p:spPr>
          <a:xfrm>
            <a:off x="9334202" y="2400300"/>
            <a:ext cx="20574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Agent OS</a:t>
            </a:r>
            <a:endParaRPr lang="en-US" sz="1500" dirty="0"/>
          </a:p>
        </p:txBody>
      </p:sp>
      <p:sp>
        <p:nvSpPr>
          <p:cNvPr id="39" name="Text 8"/>
          <p:cNvSpPr/>
          <p:nvPr/>
        </p:nvSpPr>
        <p:spPr>
          <a:xfrm>
            <a:off x="9334202" y="2788674"/>
            <a:ext cx="2248198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整合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目标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：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由</a:t>
            </a:r>
            <a:r>
              <a:rPr lang="en-US" altLang="zh-CN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Agent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组成的操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作系统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，</a:t>
            </a:r>
            <a:r>
              <a:rPr lang="zh-CN" alt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更安全高效的</a:t>
            </a:r>
            <a:r>
              <a:rPr lang="en-US" sz="105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分布式智能体协作网络</a:t>
            </a:r>
            <a:r>
              <a:rPr lang="en-US" sz="105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1190625" y="3962400"/>
            <a:ext cx="4876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多</a:t>
            </a:r>
            <a:r>
              <a:rPr lang="en-US" altLang="zh-CN" sz="15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Agent</a:t>
            </a:r>
            <a:r>
              <a:rPr lang="zh-CN" altLang="en-US" sz="15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框架的探索</a:t>
            </a:r>
            <a:endParaRPr lang="en-US" sz="15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1066800" y="4343400"/>
            <a:ext cx="5486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OpenFang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：更严谨的多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Agent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体系，初步探索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Agent OS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1066800" y="4648200"/>
            <a:ext cx="627888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三省六部制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：新颖的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Agent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治理架构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1066800" y="4953000"/>
            <a:ext cx="4572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IronClaw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：安全优先的</a:t>
            </a:r>
            <a:r>
              <a:rPr lang="en-US" altLang="zh-CN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OpenClaw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，使用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Rust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实现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6781800" y="3962400"/>
            <a:ext cx="4876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SafeClaw</a:t>
            </a:r>
            <a:r>
              <a:rPr lang="en-US" sz="15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 </a:t>
            </a:r>
            <a:endParaRPr lang="en-US" sz="15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6705600" y="4343400"/>
            <a:ext cx="4084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从NanoClaw转译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成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Rust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，再反转译成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6705600" y="4648200"/>
            <a:ext cx="43891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未来会</a:t>
            </a: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融合IronClaw特性，增强安全性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6705600" y="4953000"/>
            <a:ext cx="512064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集成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</a:t>
            </a: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 UI，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并嵌入到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语言的虚拟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OS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系统内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609600" y="6067425"/>
            <a:ext cx="128016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agent_os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12192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50" name="Text 19"/>
          <p:cNvSpPr/>
          <p:nvPr/>
        </p:nvSpPr>
        <p:spPr>
          <a:xfrm>
            <a:off x="1371600" y="6067425"/>
            <a:ext cx="14401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evolution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20574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52" name="Text 21"/>
          <p:cNvSpPr/>
          <p:nvPr/>
        </p:nvSpPr>
        <p:spPr>
          <a:xfrm>
            <a:off x="2133600" y="6067425"/>
            <a:ext cx="62407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"Cursor → Claude → OpenClaw → Agent OS"</a:t>
            </a:r>
            <a:endParaRPr lang="en-US" sz="1050" dirty="0">
              <a:solidFill>
                <a:srgbClr val="FACC15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5117753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422161" y="1893321"/>
            <a:ext cx="490677" cy="48316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048" y="868148"/>
            <a:ext cx="1749854" cy="174985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42" y="47100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25" y="2429425"/>
            <a:ext cx="2342051" cy="234205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191000"/>
            <a:ext cx="5410200" cy="7620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343400"/>
            <a:ext cx="32385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4448175"/>
            <a:ext cx="171450" cy="152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4191000"/>
            <a:ext cx="5410200" cy="762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4600" y="4343400"/>
            <a:ext cx="304800" cy="3810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448175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5105400"/>
            <a:ext cx="5410200" cy="7620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5257800"/>
            <a:ext cx="304800" cy="3810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200" y="5362575"/>
            <a:ext cx="152400" cy="1524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105400"/>
            <a:ext cx="5410200" cy="7620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4600" y="5257800"/>
            <a:ext cx="342900" cy="3810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5362575"/>
            <a:ext cx="190500" cy="1524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AutoOS - 跨平台虚拟操作系统</a:t>
            </a:r>
            <a:endParaRPr lang="en-US" sz="2700" dirty="0"/>
          </a:p>
        </p:txBody>
      </p:sp>
      <p:grpSp>
        <p:nvGrpSpPr>
          <p:cNvPr id="74" name="组合 73"/>
          <p:cNvGrpSpPr/>
          <p:nvPr/>
        </p:nvGrpSpPr>
        <p:grpSpPr>
          <a:xfrm>
            <a:off x="5471160" y="2100263"/>
            <a:ext cx="1097280" cy="1050131"/>
            <a:chOff x="5471160" y="2100263"/>
            <a:chExt cx="1097280" cy="1050131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622755" y="2100263"/>
              <a:ext cx="762000" cy="762000"/>
            </a:xfrm>
            <a:prstGeom prst="rect">
              <a:avLst/>
            </a:prstGeom>
          </p:spPr>
        </p:pic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855643" y="2286000"/>
              <a:ext cx="285750" cy="342900"/>
            </a:xfrm>
            <a:prstGeom prst="rect">
              <a:avLst/>
            </a:prstGeom>
          </p:spPr>
        </p:pic>
        <p:sp>
          <p:nvSpPr>
            <p:cNvPr id="47" name="Text 1"/>
            <p:cNvSpPr/>
            <p:nvPr/>
          </p:nvSpPr>
          <p:spPr>
            <a:xfrm>
              <a:off x="5471160" y="2921794"/>
              <a:ext cx="109728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AutoOS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261652" y="1307755"/>
            <a:ext cx="1280160" cy="1028700"/>
            <a:chOff x="9620107" y="979311"/>
            <a:chExt cx="1280160" cy="1028700"/>
          </a:xfrm>
        </p:grpSpPr>
        <p:pic>
          <p:nvPicPr>
            <p:cNvPr id="9" name="Image 7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93111" y="979311"/>
              <a:ext cx="914400" cy="1028700"/>
            </a:xfrm>
            <a:prstGeom prst="rect">
              <a:avLst/>
            </a:prstGeom>
          </p:spPr>
        </p:pic>
        <p:pic>
          <p:nvPicPr>
            <p:cNvPr id="10" name="Image 8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0059811" y="1143000"/>
              <a:ext cx="381000" cy="381000"/>
            </a:xfrm>
            <a:prstGeom prst="rect">
              <a:avLst/>
            </a:prstGeom>
          </p:spPr>
        </p:pic>
        <p:pic>
          <p:nvPicPr>
            <p:cNvPr id="11" name="Image 9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0155061" y="1287248"/>
              <a:ext cx="190500" cy="152400"/>
            </a:xfrm>
            <a:prstGeom prst="rect">
              <a:avLst/>
            </a:prstGeom>
          </p:spPr>
        </p:pic>
        <p:sp>
          <p:nvSpPr>
            <p:cNvPr id="49" name="Text 3"/>
            <p:cNvSpPr/>
            <p:nvPr/>
          </p:nvSpPr>
          <p:spPr>
            <a:xfrm>
              <a:off x="9620107" y="1561715"/>
              <a:ext cx="128016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Windows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  <p:sp>
          <p:nvSpPr>
            <p:cNvPr id="50" name="Text 4"/>
            <p:cNvSpPr/>
            <p:nvPr/>
          </p:nvSpPr>
          <p:spPr>
            <a:xfrm>
              <a:off x="9820170" y="1777868"/>
              <a:ext cx="9144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60A5FA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桌面系统</a:t>
              </a:r>
              <a:endParaRPr lang="en-US" sz="90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546884" y="2893050"/>
            <a:ext cx="924276" cy="1028700"/>
            <a:chOff x="9793111" y="2716767"/>
            <a:chExt cx="924276" cy="1028700"/>
          </a:xfrm>
        </p:grpSpPr>
        <p:pic>
          <p:nvPicPr>
            <p:cNvPr id="13" name="Image 11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93111" y="2716767"/>
              <a:ext cx="914400" cy="1028700"/>
            </a:xfrm>
            <a:prstGeom prst="rect">
              <a:avLst/>
            </a:prstGeom>
          </p:spPr>
        </p:pic>
        <p:pic>
          <p:nvPicPr>
            <p:cNvPr id="14" name="Image 12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0069687" y="2941852"/>
              <a:ext cx="381000" cy="381000"/>
            </a:xfrm>
            <a:prstGeom prst="rect">
              <a:avLst/>
            </a:prstGeom>
          </p:spPr>
        </p:pic>
        <p:pic>
          <p:nvPicPr>
            <p:cNvPr id="15" name="Image 13" descr="preencoded.png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10199307" y="3064235"/>
              <a:ext cx="171450" cy="152400"/>
            </a:xfrm>
            <a:prstGeom prst="rect">
              <a:avLst/>
            </a:prstGeom>
          </p:spPr>
        </p:pic>
        <p:sp>
          <p:nvSpPr>
            <p:cNvPr id="51" name="Text 5"/>
            <p:cNvSpPr/>
            <p:nvPr/>
          </p:nvSpPr>
          <p:spPr>
            <a:xfrm>
              <a:off x="9802987" y="3319337"/>
              <a:ext cx="9144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Linux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8131827" y="2134364"/>
            <a:ext cx="931758" cy="1028700"/>
            <a:chOff x="1762116" y="2028825"/>
            <a:chExt cx="931758" cy="1028700"/>
          </a:xfrm>
        </p:grpSpPr>
        <p:pic>
          <p:nvPicPr>
            <p:cNvPr id="17" name="Image 15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62116" y="2028825"/>
              <a:ext cx="914400" cy="1028700"/>
            </a:xfrm>
            <a:prstGeom prst="rect">
              <a:avLst/>
            </a:prstGeom>
          </p:spPr>
        </p:pic>
        <p:pic>
          <p:nvPicPr>
            <p:cNvPr id="18" name="Image 16" descr="preencoded.png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2038821" y="2180323"/>
              <a:ext cx="381000" cy="381000"/>
            </a:xfrm>
            <a:prstGeom prst="rect">
              <a:avLst/>
            </a:prstGeom>
          </p:spPr>
        </p:pic>
        <p:pic>
          <p:nvPicPr>
            <p:cNvPr id="19" name="Image 17" descr="preencoded.png"/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2162646" y="2282019"/>
              <a:ext cx="133350" cy="152400"/>
            </a:xfrm>
            <a:prstGeom prst="rect">
              <a:avLst/>
            </a:prstGeom>
          </p:spPr>
        </p:pic>
        <p:sp>
          <p:nvSpPr>
            <p:cNvPr id="53" name="Text 7"/>
            <p:cNvSpPr/>
            <p:nvPr/>
          </p:nvSpPr>
          <p:spPr>
            <a:xfrm>
              <a:off x="1772121" y="2581231"/>
              <a:ext cx="9144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macOS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  <p:sp>
          <p:nvSpPr>
            <p:cNvPr id="54" name="Text 8"/>
            <p:cNvSpPr/>
            <p:nvPr/>
          </p:nvSpPr>
          <p:spPr>
            <a:xfrm>
              <a:off x="1779474" y="2835981"/>
              <a:ext cx="9144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D1D5DB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苹果生态</a:t>
              </a:r>
              <a:endParaRPr 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6505334" y="1288476"/>
            <a:ext cx="1280160" cy="1028700"/>
            <a:chOff x="7741920" y="2171700"/>
            <a:chExt cx="1280160" cy="1028700"/>
          </a:xfrm>
        </p:grpSpPr>
        <p:pic>
          <p:nvPicPr>
            <p:cNvPr id="21" name="Image 19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924800" y="2171700"/>
              <a:ext cx="914400" cy="1028700"/>
            </a:xfrm>
            <a:prstGeom prst="rect">
              <a:avLst/>
            </a:prstGeom>
          </p:spPr>
        </p:pic>
        <p:pic>
          <p:nvPicPr>
            <p:cNvPr id="22" name="Image 20" descr="preencoded.png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8191500" y="2286000"/>
              <a:ext cx="381000" cy="381000"/>
            </a:xfrm>
            <a:prstGeom prst="rect">
              <a:avLst/>
            </a:prstGeom>
          </p:spPr>
        </p:pic>
        <p:pic>
          <p:nvPicPr>
            <p:cNvPr id="23" name="Image 21" descr="preencoded.png"/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8324850" y="2400300"/>
              <a:ext cx="114300" cy="152400"/>
            </a:xfrm>
            <a:prstGeom prst="rect">
              <a:avLst/>
            </a:prstGeom>
          </p:spPr>
        </p:pic>
        <p:sp>
          <p:nvSpPr>
            <p:cNvPr id="55" name="Text 9"/>
            <p:cNvSpPr/>
            <p:nvPr/>
          </p:nvSpPr>
          <p:spPr>
            <a:xfrm>
              <a:off x="7741920" y="2705100"/>
              <a:ext cx="128016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Android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  <p:sp>
          <p:nvSpPr>
            <p:cNvPr id="56" name="Text 10"/>
            <p:cNvSpPr/>
            <p:nvPr/>
          </p:nvSpPr>
          <p:spPr>
            <a:xfrm>
              <a:off x="7924800" y="2933700"/>
              <a:ext cx="9144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86EFAC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移动系统</a:t>
              </a:r>
              <a:endParaRPr lang="en-US" sz="900" dirty="0">
                <a:solidFill>
                  <a:srgbClr val="86EFAC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2668435" y="2119317"/>
            <a:ext cx="1645920" cy="1028700"/>
            <a:chOff x="3372528" y="2763157"/>
            <a:chExt cx="1645920" cy="1028700"/>
          </a:xfrm>
        </p:grpSpPr>
        <p:grpSp>
          <p:nvGrpSpPr>
            <p:cNvPr id="76" name="组合 75"/>
            <p:cNvGrpSpPr/>
            <p:nvPr/>
          </p:nvGrpSpPr>
          <p:grpSpPr>
            <a:xfrm>
              <a:off x="3739810" y="2763157"/>
              <a:ext cx="914400" cy="1028700"/>
              <a:chOff x="3739810" y="2763157"/>
              <a:chExt cx="914400" cy="1028700"/>
            </a:xfrm>
          </p:grpSpPr>
          <p:pic>
            <p:nvPicPr>
              <p:cNvPr id="25" name="Image 23" descr="preencoded.png"/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39810" y="2763157"/>
                <a:ext cx="914400" cy="1028700"/>
              </a:xfrm>
              <a:prstGeom prst="rect">
                <a:avLst/>
              </a:prstGeom>
            </p:spPr>
          </p:pic>
          <p:pic>
            <p:nvPicPr>
              <p:cNvPr id="26" name="Image 24" descr="preencoded.png"/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09987" y="2917246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27" name="Image 25" descr="preencoded.png"/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4128813" y="3031546"/>
                <a:ext cx="133350" cy="152400"/>
              </a:xfrm>
              <a:prstGeom prst="rect">
                <a:avLst/>
              </a:prstGeom>
            </p:spPr>
          </p:pic>
        </p:grpSp>
        <p:sp>
          <p:nvSpPr>
            <p:cNvPr id="57" name="Text 11"/>
            <p:cNvSpPr/>
            <p:nvPr/>
          </p:nvSpPr>
          <p:spPr>
            <a:xfrm>
              <a:off x="3372528" y="3317296"/>
              <a:ext cx="164592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HarmonyOS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6688214" y="2893050"/>
            <a:ext cx="914400" cy="1028700"/>
            <a:chOff x="7010400" y="2171700"/>
            <a:chExt cx="914400" cy="1028700"/>
          </a:xfrm>
        </p:grpSpPr>
        <p:pic>
          <p:nvPicPr>
            <p:cNvPr id="29" name="Image 27" descr="preencoded.png"/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7010400" y="2171700"/>
              <a:ext cx="914400" cy="1028700"/>
            </a:xfrm>
            <a:prstGeom prst="rect">
              <a:avLst/>
            </a:prstGeom>
          </p:spPr>
        </p:pic>
        <p:pic>
          <p:nvPicPr>
            <p:cNvPr id="30" name="Image 28" descr="preencoded.png"/>
            <p:cNvPicPr>
              <a:picLocks noChangeAspect="1"/>
            </p:cNvPicPr>
            <p:nvPr/>
          </p:nvPicPr>
          <p:blipFill>
            <a:blip r:embed="rId29"/>
            <a:stretch>
              <a:fillRect/>
            </a:stretch>
          </p:blipFill>
          <p:spPr>
            <a:xfrm>
              <a:off x="7277100" y="2286000"/>
              <a:ext cx="381000" cy="381000"/>
            </a:xfrm>
            <a:prstGeom prst="rect">
              <a:avLst/>
            </a:prstGeom>
          </p:spPr>
        </p:pic>
        <p:pic>
          <p:nvPicPr>
            <p:cNvPr id="31" name="Image 29" descr="preencoded.png"/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391400" y="2400300"/>
              <a:ext cx="152400" cy="152400"/>
            </a:xfrm>
            <a:prstGeom prst="rect">
              <a:avLst/>
            </a:prstGeom>
          </p:spPr>
        </p:pic>
        <p:sp>
          <p:nvSpPr>
            <p:cNvPr id="59" name="Text 13"/>
            <p:cNvSpPr/>
            <p:nvPr/>
          </p:nvSpPr>
          <p:spPr>
            <a:xfrm>
              <a:off x="7124700" y="2705100"/>
              <a:ext cx="685800" cy="2286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MCU</a:t>
              </a:r>
              <a:endPara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  <p:sp>
          <p:nvSpPr>
            <p:cNvPr id="60" name="Text 14"/>
            <p:cNvSpPr/>
            <p:nvPr/>
          </p:nvSpPr>
          <p:spPr>
            <a:xfrm>
              <a:off x="7124700" y="2933700"/>
              <a:ext cx="685800" cy="1524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ctr">
                <a:lnSpc>
                  <a:spcPts val="1200"/>
                </a:lnSpc>
                <a:buNone/>
              </a:pPr>
              <a:r>
                <a:rPr lang="en-US" sz="900" dirty="0">
                  <a:solidFill>
                    <a:srgbClr val="D8B4FE"/>
                  </a:solidFill>
                  <a:latin typeface="等线" panose="02010600030101010101" charset="-122"/>
                  <a:ea typeface="等线" panose="02010600030101010101" charset="-122"/>
                  <a:cs typeface="ui-sans-serif" pitchFamily="34" charset="-120"/>
                </a:rPr>
                <a:t>嵌入式</a:t>
              </a:r>
              <a:endParaRPr lang="en-US" sz="900" dirty="0">
                <a:solidFill>
                  <a:srgbClr val="D8B4FE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endParaRPr>
            </a:p>
          </p:txBody>
        </p:sp>
      </p:grpSp>
      <p:sp>
        <p:nvSpPr>
          <p:cNvPr id="61" name="Text 15"/>
          <p:cNvSpPr/>
          <p:nvPr/>
        </p:nvSpPr>
        <p:spPr>
          <a:xfrm>
            <a:off x="1200150" y="4343400"/>
            <a:ext cx="29591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跨平台虚拟OS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1200150" y="4610100"/>
            <a:ext cx="68808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Win / Linux / Mac / Android / Harmony / MCU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3" name="Text 17"/>
          <p:cNvSpPr/>
          <p:nvPr/>
        </p:nvSpPr>
        <p:spPr>
          <a:xfrm>
            <a:off x="6743700" y="4343400"/>
            <a:ext cx="219456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Agentic Apps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4" name="Text 18"/>
          <p:cNvSpPr/>
          <p:nvPr/>
        </p:nvSpPr>
        <p:spPr>
          <a:xfrm>
            <a:off x="6743700" y="4610100"/>
            <a:ext cx="336042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统一应用</a:t>
            </a:r>
            <a:r>
              <a:rPr lang="zh-CN" alt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服务</a:t>
            </a: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，统一通讯架构</a:t>
            </a: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1181100" y="5257800"/>
            <a:ext cx="2899916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全流程支持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1181100" y="5524500"/>
            <a:ext cx="581406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AutoIDE → AutoUI → AutoMan（开发到部署）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6781800" y="5257800"/>
            <a:ext cx="1888182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开放生态</a:t>
            </a:r>
            <a:endParaRPr lang="en-US" sz="120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6781800" y="5524500"/>
            <a:ext cx="4000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OpenSource / OpenBusiness</a:t>
            </a:r>
            <a:endParaRPr lang="en-US" sz="105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80" name="Text 4"/>
          <p:cNvSpPr/>
          <p:nvPr/>
        </p:nvSpPr>
        <p:spPr>
          <a:xfrm>
            <a:off x="4529906" y="3709710"/>
            <a:ext cx="91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90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桌面系统</a:t>
            </a:r>
            <a:endParaRPr lang="en-US" sz="90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81" name="Text 8"/>
          <p:cNvSpPr/>
          <p:nvPr/>
        </p:nvSpPr>
        <p:spPr>
          <a:xfrm>
            <a:off x="3054213" y="2938467"/>
            <a:ext cx="9144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zh-CN" altLang="en-US" sz="9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华为</a:t>
            </a:r>
            <a:r>
              <a:rPr lang="en-US" sz="9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生态</a:t>
            </a:r>
            <a:endParaRPr lang="en-US" sz="900" dirty="0">
              <a:latin typeface="等线" panose="02010600030101010101" charset="-122"/>
              <a:ea typeface="等线" panose="02010600030101010101" charset="-122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5478262" y="1835859"/>
            <a:ext cx="1054376" cy="1085935"/>
            <a:chOff x="5418879" y="1488666"/>
            <a:chExt cx="1350497" cy="1350497"/>
          </a:xfrm>
        </p:grpSpPr>
        <p:sp>
          <p:nvSpPr>
            <p:cNvPr id="83" name="椭圆 82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等线" panose="02010600030101010101" charset="-122"/>
                <a:ea typeface="等线" panose="02010600030101010101" charset="-122"/>
              </a:endParaRPr>
            </a:p>
          </p:txBody>
        </p:sp>
        <p:pic>
          <p:nvPicPr>
            <p:cNvPr id="84" name="图形 83"/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2857500"/>
            <a:ext cx="3810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354330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7700" y="16764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2427" y="1373762"/>
            <a:ext cx="3543300" cy="1905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5800" y="1704976"/>
            <a:ext cx="342900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3619500"/>
            <a:ext cx="3543300" cy="2133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95800" y="3848100"/>
            <a:ext cx="257175" cy="3429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39100" y="3619500"/>
            <a:ext cx="3543300" cy="2133600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67700" y="3848100"/>
            <a:ext cx="428625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609600" y="609600"/>
            <a:ext cx="109728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大纲概览</a:t>
            </a:r>
            <a:endParaRPr lang="en-US" sz="2700" dirty="0"/>
          </a:p>
        </p:txBody>
      </p:sp>
      <p:grpSp>
        <p:nvGrpSpPr>
          <p:cNvPr id="51" name="组合 50"/>
          <p:cNvGrpSpPr/>
          <p:nvPr/>
        </p:nvGrpSpPr>
        <p:grpSpPr>
          <a:xfrm>
            <a:off x="612009" y="2204357"/>
            <a:ext cx="518368" cy="381000"/>
            <a:chOff x="609600" y="1485900"/>
            <a:chExt cx="518368" cy="381000"/>
          </a:xfrm>
        </p:grpSpPr>
        <p:pic>
          <p:nvPicPr>
            <p:cNvPr id="7" name="Image 5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09600" y="1485900"/>
              <a:ext cx="381000" cy="381000"/>
            </a:xfrm>
            <a:prstGeom prst="rect">
              <a:avLst/>
            </a:prstGeom>
          </p:spPr>
        </p:pic>
        <p:sp>
          <p:nvSpPr>
            <p:cNvPr id="21" name="Text 1"/>
            <p:cNvSpPr/>
            <p:nvPr/>
          </p:nvSpPr>
          <p:spPr>
            <a:xfrm>
              <a:off x="746968" y="14859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2</a:t>
              </a:r>
              <a:endParaRPr lang="en-US" sz="1200" dirty="0"/>
            </a:p>
          </p:txBody>
        </p:sp>
      </p:grpSp>
      <p:sp>
        <p:nvSpPr>
          <p:cNvPr id="22" name="Text 2"/>
          <p:cNvSpPr/>
          <p:nvPr/>
        </p:nvSpPr>
        <p:spPr>
          <a:xfrm>
            <a:off x="1130377" y="2228850"/>
            <a:ext cx="29718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400" b="1" dirty="0">
                <a:solidFill>
                  <a:schemeClr val="bg1"/>
                </a:solidFill>
              </a:rPr>
              <a:t>×</a:t>
            </a: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 </a:t>
            </a:r>
            <a:endParaRPr lang="en-US" sz="1500" dirty="0"/>
          </a:p>
        </p:txBody>
      </p:sp>
      <p:grpSp>
        <p:nvGrpSpPr>
          <p:cNvPr id="52" name="组合 51"/>
          <p:cNvGrpSpPr/>
          <p:nvPr/>
        </p:nvGrpSpPr>
        <p:grpSpPr>
          <a:xfrm>
            <a:off x="612009" y="1514476"/>
            <a:ext cx="518368" cy="381000"/>
            <a:chOff x="609600" y="2171700"/>
            <a:chExt cx="518368" cy="381000"/>
          </a:xfrm>
        </p:grpSpPr>
        <p:pic>
          <p:nvPicPr>
            <p:cNvPr id="8" name="Image 6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09600" y="2171700"/>
              <a:ext cx="381000" cy="381000"/>
            </a:xfrm>
            <a:prstGeom prst="rect">
              <a:avLst/>
            </a:prstGeom>
          </p:spPr>
        </p:pic>
        <p:sp>
          <p:nvSpPr>
            <p:cNvPr id="23" name="Text 3"/>
            <p:cNvSpPr/>
            <p:nvPr/>
          </p:nvSpPr>
          <p:spPr>
            <a:xfrm>
              <a:off x="746968" y="2171700"/>
              <a:ext cx="381000" cy="3810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ui-sans-serif" pitchFamily="34" charset="0"/>
                  <a:ea typeface="ui-sans-serif" pitchFamily="34" charset="-122"/>
                  <a:cs typeface="ui-sans-serif" pitchFamily="34" charset="-120"/>
                </a:rPr>
                <a:t>1</a:t>
              </a:r>
              <a:endParaRPr lang="en-US" sz="1200" dirty="0"/>
            </a:p>
          </p:txBody>
        </p:sp>
      </p:grpSp>
      <p:sp>
        <p:nvSpPr>
          <p:cNvPr id="24" name="Text 4"/>
          <p:cNvSpPr/>
          <p:nvPr/>
        </p:nvSpPr>
        <p:spPr>
          <a:xfrm>
            <a:off x="1130377" y="1547813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25" name="Text 5"/>
          <p:cNvSpPr/>
          <p:nvPr/>
        </p:nvSpPr>
        <p:spPr>
          <a:xfrm>
            <a:off x="746968" y="28575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1143000" y="29146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/>
          </a:p>
        </p:txBody>
      </p:sp>
      <p:sp>
        <p:nvSpPr>
          <p:cNvPr id="27" name="Text 7"/>
          <p:cNvSpPr/>
          <p:nvPr/>
        </p:nvSpPr>
        <p:spPr>
          <a:xfrm>
            <a:off x="746968" y="3543300"/>
            <a:ext cx="381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8"/>
          <p:cNvSpPr/>
          <p:nvPr/>
        </p:nvSpPr>
        <p:spPr>
          <a:xfrm>
            <a:off x="1143000" y="3600450"/>
            <a:ext cx="1905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/>
          </a:p>
        </p:txBody>
      </p:sp>
      <p:sp>
        <p:nvSpPr>
          <p:cNvPr id="29" name="Text 9"/>
          <p:cNvSpPr/>
          <p:nvPr/>
        </p:nvSpPr>
        <p:spPr>
          <a:xfrm>
            <a:off x="4495800" y="22098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en-US" altLang="zh-CN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as OS </a:t>
            </a:r>
            <a:endParaRPr lang="en-US" sz="1500" dirty="0"/>
          </a:p>
        </p:txBody>
      </p:sp>
      <p:sp>
        <p:nvSpPr>
          <p:cNvPr id="30" name="Text 10"/>
          <p:cNvSpPr/>
          <p:nvPr/>
        </p:nvSpPr>
        <p:spPr>
          <a:xfrm>
            <a:off x="4495800" y="2552700"/>
            <a:ext cx="30861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把语言生态当作操作系统来开发，实现去年的愿景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。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8267700" y="2209800"/>
            <a:ext cx="4800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2100"/>
              </a:lnSpc>
            </a:pP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探索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Auto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语言与</a:t>
            </a:r>
            <a:r>
              <a:rPr lang="en-US" altLang="zh-CN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</a:t>
            </a:r>
            <a:r>
              <a:rPr lang="zh-CN" altLang="en-US" sz="1500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的关系</a:t>
            </a:r>
            <a:endParaRPr lang="en-US" sz="1500" dirty="0"/>
          </a:p>
        </p:txBody>
      </p:sp>
      <p:sp>
        <p:nvSpPr>
          <p:cNvPr id="32" name="Text 12"/>
          <p:cNvSpPr/>
          <p:nvPr/>
        </p:nvSpPr>
        <p:spPr>
          <a:xfrm>
            <a:off x="8267699" y="2552700"/>
            <a:ext cx="3174923" cy="552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by AI </a:t>
            </a:r>
            <a:r>
              <a:rPr lang="en-US" altLang="zh-CN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到 </a:t>
            </a:r>
            <a:r>
              <a:rPr lang="en-US" altLang="zh-CN" sz="1400" b="1" dirty="0">
                <a:solidFill>
                  <a:srgbClr val="EC489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Made For AI</a:t>
            </a:r>
            <a:endParaRPr lang="en-US" sz="1200" dirty="0"/>
          </a:p>
        </p:txBody>
      </p:sp>
      <p:sp>
        <p:nvSpPr>
          <p:cNvPr id="33" name="Text 13"/>
          <p:cNvSpPr/>
          <p:nvPr/>
        </p:nvSpPr>
        <p:spPr>
          <a:xfrm>
            <a:off x="4495800" y="4343400"/>
            <a:ext cx="30861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融合与突破</a:t>
            </a:r>
            <a:endParaRPr lang="en-US" sz="15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4" name="Text 14"/>
          <p:cNvSpPr/>
          <p:nvPr/>
        </p:nvSpPr>
        <p:spPr>
          <a:xfrm>
            <a:off x="44958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AI与OS的深度融合，打破不可能三角限制，实现开发效率、程序安全与运行性能的全面突破。</a:t>
            </a:r>
            <a:endParaRPr lang="en-US" sz="1200" dirty="0"/>
          </a:p>
        </p:txBody>
      </p:sp>
      <p:sp>
        <p:nvSpPr>
          <p:cNvPr id="35" name="Text 15"/>
          <p:cNvSpPr/>
          <p:nvPr/>
        </p:nvSpPr>
        <p:spPr>
          <a:xfrm>
            <a:off x="8267699" y="4343400"/>
            <a:ext cx="34507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行业应用</a:t>
            </a:r>
            <a:r>
              <a:rPr lang="en-US" sz="15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愿景</a:t>
            </a:r>
            <a:endParaRPr lang="en-US" sz="1500" dirty="0">
              <a:solidFill>
                <a:schemeClr val="accent6"/>
              </a:solidFill>
            </a:endParaRPr>
          </a:p>
        </p:txBody>
      </p:sp>
      <p:sp>
        <p:nvSpPr>
          <p:cNvPr id="36" name="Text 16"/>
          <p:cNvSpPr/>
          <p:nvPr/>
        </p:nvSpPr>
        <p:spPr>
          <a:xfrm>
            <a:off x="8267700" y="4686300"/>
            <a:ext cx="30861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从单一OS到跨行业应用，Auto语言将扩展至汽车、机器人和通用应用开发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609600" y="60674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auto</a:t>
            </a: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914400" y="60674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::</a:t>
            </a:r>
            <a:endParaRPr lang="en-US" sz="1050" dirty="0"/>
          </a:p>
        </p:txBody>
      </p:sp>
      <p:sp>
        <p:nvSpPr>
          <p:cNvPr id="39" name="Text 19"/>
          <p:cNvSpPr/>
          <p:nvPr/>
        </p:nvSpPr>
        <p:spPr>
          <a:xfrm>
            <a:off x="1066800" y="6067425"/>
            <a:ext cx="11201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outline</a:t>
            </a:r>
            <a:endParaRPr lang="en-US" sz="1050" dirty="0"/>
          </a:p>
        </p:txBody>
      </p:sp>
      <p:sp>
        <p:nvSpPr>
          <p:cNvPr id="40" name="Text 20"/>
          <p:cNvSpPr/>
          <p:nvPr/>
        </p:nvSpPr>
        <p:spPr>
          <a:xfrm>
            <a:off x="16002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endParaRPr lang="en-US" sz="1050" dirty="0"/>
          </a:p>
        </p:txBody>
      </p:sp>
      <p:sp>
        <p:nvSpPr>
          <p:cNvPr id="41" name="Text 21"/>
          <p:cNvSpPr/>
          <p:nvPr/>
        </p:nvSpPr>
        <p:spPr>
          <a:xfrm>
            <a:off x="1676400" y="6067425"/>
            <a:ext cx="13868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ACC15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"2026"</a:t>
            </a:r>
            <a:endParaRPr lang="en-US" sz="1050" dirty="0"/>
          </a:p>
        </p:txBody>
      </p:sp>
      <p:sp>
        <p:nvSpPr>
          <p:cNvPr id="42" name="Text 22"/>
          <p:cNvSpPr/>
          <p:nvPr/>
        </p:nvSpPr>
        <p:spPr>
          <a:xfrm>
            <a:off x="2133600" y="60674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endParaRPr lang="en-US" sz="1050" dirty="0"/>
          </a:p>
        </p:txBody>
      </p:sp>
      <p:sp>
        <p:nvSpPr>
          <p:cNvPr id="44" name="文本框 43"/>
          <p:cNvSpPr txBox="1"/>
          <p:nvPr/>
        </p:nvSpPr>
        <p:spPr>
          <a:xfrm>
            <a:off x="4798018" y="3820597"/>
            <a:ext cx="6555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 + OS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8696325" y="3851001"/>
            <a:ext cx="6555782" cy="347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US" altLang="zh-CN" sz="1400" b="1" dirty="0">
                <a:solidFill>
                  <a:srgbClr val="22C55E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Write Once, Run Anywhere</a:t>
            </a:r>
            <a:endParaRPr lang="en-US" altLang="zh-CN" sz="1400" dirty="0">
              <a:solidFill>
                <a:srgbClr val="22C55E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873087" y="1692729"/>
            <a:ext cx="7646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 err="1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LaOS</a:t>
            </a:r>
            <a:endParaRPr lang="zh-CN" altLang="en-US" dirty="0">
              <a:solidFill>
                <a:srgbClr val="60A5FA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8610600" y="1664734"/>
            <a:ext cx="7646476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Language </a:t>
            </a:r>
            <a:r>
              <a:rPr lang="en-US" altLang="zh-CN" sz="1600" b="1" dirty="0">
                <a:solidFill>
                  <a:srgbClr val="EC4899"/>
                </a:solidFill>
              </a:rPr>
              <a:t>×</a:t>
            </a:r>
            <a:r>
              <a:rPr lang="en-US" altLang="zh-CN" sz="1800" dirty="0">
                <a:solidFill>
                  <a:srgbClr val="EC48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AI</a:t>
            </a:r>
            <a:endParaRPr lang="en-US" altLang="zh-CN" sz="1800" dirty="0">
              <a:solidFill>
                <a:srgbClr val="EC4899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42" y="4367142"/>
            <a:ext cx="1324115" cy="132411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1721" y="2481721"/>
            <a:ext cx="1951709" cy="195170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1485900"/>
            <a:ext cx="3454301" cy="419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714500"/>
            <a:ext cx="457200" cy="4572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1790700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8701" y="1485900"/>
            <a:ext cx="3454450" cy="419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301" y="1714500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83026" y="1790700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7950" y="1485900"/>
            <a:ext cx="3454301" cy="419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56550" y="1714500"/>
            <a:ext cx="457200" cy="457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42275" y="1790700"/>
            <a:ext cx="2857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12471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Beyond Single OS - </a:t>
            </a:r>
            <a:r>
              <a:rPr lang="en-US" sz="27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跨行业应用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展望</a:t>
            </a:r>
            <a:endParaRPr lang="en-US" sz="2700" dirty="0"/>
          </a:p>
        </p:txBody>
      </p:sp>
      <p:sp>
        <p:nvSpPr>
          <p:cNvPr id="20" name="Text 1"/>
          <p:cNvSpPr/>
          <p:nvPr/>
        </p:nvSpPr>
        <p:spPr>
          <a:xfrm>
            <a:off x="1409700" y="1790700"/>
            <a:ext cx="182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汽车行业</a:t>
            </a:r>
            <a:endParaRPr lang="en-US" sz="1800" dirty="0"/>
          </a:p>
        </p:txBody>
      </p:sp>
      <p:sp>
        <p:nvSpPr>
          <p:cNvPr id="21" name="Text 2"/>
          <p:cNvSpPr/>
          <p:nvPr/>
        </p:nvSpPr>
        <p:spPr>
          <a:xfrm>
            <a:off x="838200" y="2324100"/>
            <a:ext cx="299710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93C5FD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整车开发</a:t>
            </a:r>
            <a:endParaRPr lang="en-US" sz="1350" dirty="0">
              <a:solidFill>
                <a:srgbClr val="93C5FD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028700" y="2705100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车载系统一体化开发</a:t>
            </a:r>
            <a:endParaRPr lang="en-US" sz="12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3" name="Text 4"/>
          <p:cNvSpPr/>
          <p:nvPr/>
        </p:nvSpPr>
        <p:spPr>
          <a:xfrm>
            <a:off x="1028700" y="3048000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座舱</a:t>
            </a:r>
            <a:r>
              <a:rPr lang="en-US" altLang="zh-CN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APP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: a2jet/a2ark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028700" y="3390900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SOC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软件：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a2rs/a2c++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Text 6"/>
          <p:cNvSpPr/>
          <p:nvPr/>
        </p:nvSpPr>
        <p:spPr>
          <a:xfrm>
            <a:off x="1028700" y="3733800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MCU</a:t>
            </a: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底软：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a2c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7" name="Text 8"/>
          <p:cNvSpPr/>
          <p:nvPr/>
        </p:nvSpPr>
        <p:spPr>
          <a:xfrm>
            <a:off x="5168801" y="1790700"/>
            <a:ext cx="2286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机器人行业</a:t>
            </a:r>
            <a:endParaRPr lang="en-US" sz="1800" dirty="0"/>
          </a:p>
        </p:txBody>
      </p:sp>
      <p:sp>
        <p:nvSpPr>
          <p:cNvPr id="28" name="Text 9"/>
          <p:cNvSpPr/>
          <p:nvPr/>
        </p:nvSpPr>
        <p:spPr>
          <a:xfrm>
            <a:off x="4597301" y="2324100"/>
            <a:ext cx="299725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AutoOS</a:t>
            </a:r>
            <a:r>
              <a:rPr lang="en-US" sz="1350" dirty="0">
                <a:solidFill>
                  <a:srgbClr val="FDE047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 = ROS++</a:t>
            </a:r>
            <a:endParaRPr lang="en-US" sz="13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787801" y="2705100"/>
            <a:ext cx="2806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主控芯片：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a2rs/a2c++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4787801" y="3048000"/>
            <a:ext cx="2806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执行器：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a2c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4787801" y="3390900"/>
            <a:ext cx="280675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大小脑：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a2py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8928050" y="1790700"/>
            <a:ext cx="18288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应用</a:t>
            </a:r>
            <a:r>
              <a:rPr lang="zh-CN" altLang="en-US" sz="18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开发</a:t>
            </a:r>
            <a:r>
              <a:rPr lang="en-US" sz="18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</a:t>
            </a:r>
            <a:endParaRPr lang="en-US" sz="1800" dirty="0"/>
          </a:p>
        </p:txBody>
      </p:sp>
      <p:sp>
        <p:nvSpPr>
          <p:cNvPr id="35" name="Text 16"/>
          <p:cNvSpPr/>
          <p:nvPr/>
        </p:nvSpPr>
        <p:spPr>
          <a:xfrm>
            <a:off x="8356550" y="2324100"/>
            <a:ext cx="299710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真</a:t>
            </a:r>
            <a:r>
              <a:rPr lang="en-US" sz="1350" dirty="0" err="1">
                <a:solidFill>
                  <a:srgbClr val="F9A8D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全栈开发</a:t>
            </a:r>
            <a:endParaRPr lang="en-US" sz="1350" dirty="0"/>
          </a:p>
        </p:txBody>
      </p:sp>
      <p:sp>
        <p:nvSpPr>
          <p:cNvPr id="36" name="Text 17"/>
          <p:cNvSpPr/>
          <p:nvPr/>
        </p:nvSpPr>
        <p:spPr>
          <a:xfrm>
            <a:off x="8547050" y="2705100"/>
            <a:ext cx="4224312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前后端统一开发</a:t>
            </a:r>
            <a:endParaRPr lang="en-US" sz="1200" dirty="0"/>
          </a:p>
        </p:txBody>
      </p:sp>
      <p:sp>
        <p:nvSpPr>
          <p:cNvPr id="37" name="Text 18"/>
          <p:cNvSpPr/>
          <p:nvPr/>
        </p:nvSpPr>
        <p:spPr>
          <a:xfrm>
            <a:off x="8547050" y="3048000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跨平台UI框架</a:t>
            </a:r>
            <a:endParaRPr lang="en-US" sz="1200" dirty="0"/>
          </a:p>
        </p:txBody>
      </p:sp>
      <p:sp>
        <p:nvSpPr>
          <p:cNvPr id="38" name="Text 19"/>
          <p:cNvSpPr/>
          <p:nvPr/>
        </p:nvSpPr>
        <p:spPr>
          <a:xfrm>
            <a:off x="8547050" y="3390900"/>
            <a:ext cx="2854265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后端服务与数据库集成</a:t>
            </a:r>
            <a:endParaRPr lang="en-US" sz="1200" dirty="0"/>
          </a:p>
        </p:txBody>
      </p:sp>
      <p:sp>
        <p:nvSpPr>
          <p:cNvPr id="39" name="Text 20"/>
          <p:cNvSpPr/>
          <p:nvPr/>
        </p:nvSpPr>
        <p:spPr>
          <a:xfrm>
            <a:off x="8547050" y="3733800"/>
            <a:ext cx="3425118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ui-sans-serif" pitchFamily="34" charset="0"/>
                <a:ea typeface="ui-sans-serif" pitchFamily="34" charset="-122"/>
              </a:rPr>
              <a:t>自适配跨端调用</a:t>
            </a:r>
            <a:endParaRPr lang="en-US" sz="1200" dirty="0"/>
          </a:p>
        </p:txBody>
      </p:sp>
      <p:sp>
        <p:nvSpPr>
          <p:cNvPr id="41" name="Text 22"/>
          <p:cNvSpPr/>
          <p:nvPr/>
        </p:nvSpPr>
        <p:spPr>
          <a:xfrm>
            <a:off x="609600" y="6029325"/>
            <a:ext cx="6400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auto</a:t>
            </a:r>
            <a:endParaRPr lang="en-US" sz="1050" dirty="0">
              <a:solidFill>
                <a:srgbClr val="F472B6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914400" y="6029325"/>
            <a:ext cx="3200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::</a:t>
            </a:r>
            <a:endParaRPr lang="en-US" sz="105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3" name="Text 24"/>
          <p:cNvSpPr/>
          <p:nvPr/>
        </p:nvSpPr>
        <p:spPr>
          <a:xfrm>
            <a:off x="1066800" y="6029325"/>
            <a:ext cx="224028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0A5FA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cross_platform</a:t>
            </a:r>
            <a:endParaRPr lang="en-US" sz="1050" dirty="0">
              <a:solidFill>
                <a:srgbClr val="60A5FA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2133600" y="60293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(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2209800" y="6029325"/>
            <a:ext cx="85344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0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2232027" y="6029325"/>
            <a:ext cx="160020" cy="1714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)</a:t>
            </a:r>
            <a:endParaRPr lang="en-US" sz="10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Source Code Pro" pitchFamily="34" charset="-120"/>
            </a:endParaRPr>
          </a:p>
        </p:txBody>
      </p:sp>
      <p:sp>
        <p:nvSpPr>
          <p:cNvPr id="50" name="Text 6"/>
          <p:cNvSpPr/>
          <p:nvPr/>
        </p:nvSpPr>
        <p:spPr>
          <a:xfrm>
            <a:off x="1028699" y="4071868"/>
            <a:ext cx="2806601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zh-CN" altLang="en-US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车内通讯：</a:t>
            </a:r>
            <a:r>
              <a:rPr lang="en-US" altLang="zh-CN" sz="1200" dirty="0" err="1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vbus</a:t>
            </a:r>
            <a:r>
              <a:rPr lang="en-US" altLang="zh-CN" sz="12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 for (ETH/CAN/LIN/..)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1337" y="150237"/>
            <a:ext cx="2099825" cy="20998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66800"/>
            <a:ext cx="762000" cy="381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609600" y="609600"/>
            <a:ext cx="11247120" cy="495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Beyond Single OS - </a:t>
            </a:r>
            <a:r>
              <a:rPr lang="en-US" sz="2700" b="1" dirty="0" err="1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跨行业应用</a:t>
            </a:r>
            <a:r>
              <a:rPr lang="zh-CN" alt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展望</a:t>
            </a:r>
            <a:endParaRPr lang="en-US" sz="27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845" y="1319172"/>
            <a:ext cx="8980310" cy="48128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531" y="814631"/>
            <a:ext cx="2333139" cy="2333139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603" y="4679994"/>
            <a:ext cx="1655144" cy="16551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25" y="2429425"/>
            <a:ext cx="2342051" cy="234205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877" y="1134877"/>
            <a:ext cx="1616446" cy="16164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91944" y="3943544"/>
            <a:ext cx="1866512" cy="18665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013" y="647700"/>
            <a:ext cx="714375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1295400"/>
            <a:ext cx="1219200" cy="381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9575" y="5968887"/>
            <a:ext cx="4150802" cy="447675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85500" y="6610350"/>
            <a:ext cx="749350" cy="1905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053013" y="609600"/>
            <a:ext cx="2085975" cy="609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Q&amp;A</a:t>
            </a:r>
            <a:endParaRPr lang="en-US" sz="4500" dirty="0"/>
          </a:p>
        </p:txBody>
      </p:sp>
      <p:sp>
        <p:nvSpPr>
          <p:cNvPr id="23" name="Text 1"/>
          <p:cNvSpPr/>
          <p:nvPr/>
        </p:nvSpPr>
        <p:spPr>
          <a:xfrm>
            <a:off x="3969841" y="5029218"/>
            <a:ext cx="4252317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Noto Sans SC" panose="020B0200000000000000" pitchFamily="34" charset="-120"/>
              </a:rPr>
              <a:t>感谢您的关注</a:t>
            </a:r>
            <a:endParaRPr lang="en-US" sz="2250" b="1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Noto Sans SC" panose="020B0200000000000000" pitchFamily="34" charset="-120"/>
            </a:endParaRPr>
          </a:p>
        </p:txBody>
      </p:sp>
      <p:sp>
        <p:nvSpPr>
          <p:cNvPr id="24" name="Text 2"/>
          <p:cNvSpPr/>
          <p:nvPr/>
        </p:nvSpPr>
        <p:spPr>
          <a:xfrm>
            <a:off x="1905000" y="5507566"/>
            <a:ext cx="83820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D1D5DB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我们期待与您深入交流，共同探讨Auto语言的未来</a:t>
            </a:r>
            <a:endParaRPr lang="en-US" sz="1500" dirty="0">
              <a:solidFill>
                <a:srgbClr val="D1D5DB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25" name="Text 3"/>
          <p:cNvSpPr/>
          <p:nvPr/>
        </p:nvSpPr>
        <p:spPr>
          <a:xfrm>
            <a:off x="2584798" y="3995849"/>
            <a:ext cx="1643955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项目</a:t>
            </a:r>
            <a:r>
              <a:rPr lang="zh-CN" altLang="en-US" sz="13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仓库</a:t>
            </a:r>
            <a:endParaRPr lang="en-US" sz="135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651682" y="4553504"/>
            <a:ext cx="365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github.com/auto-stack/auto-lang</a:t>
            </a:r>
            <a:endParaRPr lang="en-US" sz="120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29" name="Text 7"/>
          <p:cNvSpPr/>
          <p:nvPr/>
        </p:nvSpPr>
        <p:spPr>
          <a:xfrm>
            <a:off x="5521001" y="3994423"/>
            <a:ext cx="1149995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zh-CN" altLang="en-US" sz="13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微信群</a:t>
            </a:r>
            <a:endParaRPr lang="zh-CN" altLang="en-US" sz="13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815838" y="4354345"/>
            <a:ext cx="256032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altLang="zh-CN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Auto</a:t>
            </a:r>
            <a:r>
              <a:rPr lang="zh-CN" altLang="en-US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语言讨论群</a:t>
            </a:r>
            <a:endParaRPr lang="en-US" sz="12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2901072" y="5968887"/>
            <a:ext cx="6828561" cy="4476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0" dirty="0">
                <a:solidFill>
                  <a:schemeClr val="accent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Made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</a:rPr>
              <a:t>BY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, </a:t>
            </a:r>
            <a:r>
              <a:rPr lang="en-US" sz="180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, </a:t>
            </a:r>
            <a:r>
              <a:rPr lang="en-US" sz="1800" dirty="0">
                <a:solidFill>
                  <a:srgbClr val="F472B6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OF</a:t>
            </a:r>
            <a:r>
              <a:rPr lang="en-US" sz="1800" dirty="0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 </a:t>
            </a:r>
            <a:r>
              <a:rPr lang="en-US" sz="1800" dirty="0">
                <a:solidFill>
                  <a:srgbClr val="FACC15"/>
                </a:solidFill>
                <a:latin typeface="等线" panose="02010600030101010101" charset="-122"/>
                <a:ea typeface="等线" panose="02010600030101010101" charset="-122"/>
                <a:cs typeface="Source Code Pro" pitchFamily="34" charset="-120"/>
              </a:rPr>
              <a:t>AI</a:t>
            </a:r>
            <a:endParaRPr lang="en-US" sz="1800" dirty="0"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0528" y="1693608"/>
            <a:ext cx="2062644" cy="2055075"/>
          </a:xfrm>
          <a:prstGeom prst="rect">
            <a:avLst/>
          </a:prstGeom>
        </p:spPr>
      </p:pic>
      <p:sp>
        <p:nvSpPr>
          <p:cNvPr id="34" name="Text 4"/>
          <p:cNvSpPr/>
          <p:nvPr/>
        </p:nvSpPr>
        <p:spPr>
          <a:xfrm>
            <a:off x="1679390" y="4383670"/>
            <a:ext cx="365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gitcode.com/auto-stack/auto-lang</a:t>
            </a:r>
            <a:endParaRPr lang="en-US" sz="120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408924" y="1779692"/>
            <a:ext cx="1765399" cy="1765998"/>
            <a:chOff x="5418879" y="1488666"/>
            <a:chExt cx="1350497" cy="1350497"/>
          </a:xfrm>
        </p:grpSpPr>
        <p:sp>
          <p:nvSpPr>
            <p:cNvPr id="36" name="椭圆 35"/>
            <p:cNvSpPr/>
            <p:nvPr/>
          </p:nvSpPr>
          <p:spPr>
            <a:xfrm>
              <a:off x="5466754" y="1570683"/>
              <a:ext cx="1254748" cy="1229039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AE6F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形 37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5418879" y="1488666"/>
              <a:ext cx="1350497" cy="1350497"/>
            </a:xfrm>
            <a:prstGeom prst="rect">
              <a:avLst/>
            </a:prstGeom>
          </p:spPr>
        </p:pic>
      </p:grpSp>
      <p:sp>
        <p:nvSpPr>
          <p:cNvPr id="39" name="Text 4"/>
          <p:cNvSpPr/>
          <p:nvPr/>
        </p:nvSpPr>
        <p:spPr>
          <a:xfrm>
            <a:off x="1604515" y="4227677"/>
            <a:ext cx="36576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gitee.com/auto-stack/auto-lang</a:t>
            </a:r>
            <a:endParaRPr lang="en-US" sz="120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1461" y="1736109"/>
            <a:ext cx="2022296" cy="2002469"/>
          </a:xfrm>
          <a:prstGeom prst="rect">
            <a:avLst/>
          </a:prstGeom>
        </p:spPr>
      </p:pic>
      <p:sp>
        <p:nvSpPr>
          <p:cNvPr id="42" name="Text 7"/>
          <p:cNvSpPr/>
          <p:nvPr/>
        </p:nvSpPr>
        <p:spPr>
          <a:xfrm>
            <a:off x="8144585" y="3980640"/>
            <a:ext cx="19691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2100"/>
              </a:lnSpc>
            </a:pPr>
            <a:r>
              <a:rPr lang="zh-CN" altLang="en-US" sz="1350" dirty="0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ui-sans-serif" pitchFamily="34" charset="-120"/>
              </a:rPr>
              <a:t>公众号</a:t>
            </a:r>
            <a:endParaRPr lang="zh-CN" altLang="en-US" sz="1350" dirty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ui-sans-serif" pitchFamily="34" charset="-120"/>
            </a:endParaRPr>
          </a:p>
        </p:txBody>
      </p:sp>
      <p:sp>
        <p:nvSpPr>
          <p:cNvPr id="43" name="Text 7"/>
          <p:cNvSpPr/>
          <p:nvPr/>
        </p:nvSpPr>
        <p:spPr>
          <a:xfrm>
            <a:off x="8144585" y="4321937"/>
            <a:ext cx="1969171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algn="ctr">
              <a:lnSpc>
                <a:spcPts val="1800"/>
              </a:lnSpc>
            </a:pPr>
            <a:r>
              <a:rPr lang="en-US" altLang="zh-CN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PLOC</a:t>
            </a:r>
            <a:r>
              <a:rPr lang="zh-CN" altLang="en-US" sz="1200" dirty="0">
                <a:solidFill>
                  <a:srgbClr val="9CA3A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国产语言联盟</a:t>
            </a:r>
            <a:endParaRPr lang="en-US" sz="1200" dirty="0">
              <a:solidFill>
                <a:srgbClr val="9CA3A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5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6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7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8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9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0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1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2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3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4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5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6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7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8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19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0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1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2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3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4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5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6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7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8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29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0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1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2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3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4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5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6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7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8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39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0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1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2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3.xml><?xml version="1.0" encoding="utf-8"?>
<p:tagLst xmlns:p="http://schemas.openxmlformats.org/presentationml/2006/main">
  <p:tag name="KSO_WM_DIAGRAM_VIRTUALLY_FRAME" val="{&quot;height&quot;:284.1307874015748,&quot;left&quot;:23.29330708661417,&quot;top&quot;:190.99968503937006,&quot;width&quot;:802.3043307086615}"/>
</p:tagLst>
</file>

<file path=ppt/tags/tag44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45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46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47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48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49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0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1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2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3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4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5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6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7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8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59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60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61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62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63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ags/tag64.xml><?xml version="1.0" encoding="utf-8"?>
<p:tagLst xmlns:p="http://schemas.openxmlformats.org/presentationml/2006/main">
  <p:tag name="KSO_WM_DIAGRAM_VIRTUALLY_FRAME" val="{&quot;height&quot;:276.3209448818898,&quot;left&quot;:372,&quot;top&quot;:68.35811023622047,&quot;width&quot;:521.141889763779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7279</Words>
  <Application>WPS 演示</Application>
  <PresentationFormat>宽屏</PresentationFormat>
  <Paragraphs>1335</Paragraphs>
  <Slides>38</Slides>
  <Notes>37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38</vt:i4>
      </vt:variant>
    </vt:vector>
  </HeadingPairs>
  <TitlesOfParts>
    <vt:vector size="61" baseType="lpstr">
      <vt:lpstr>Arial</vt:lpstr>
      <vt:lpstr>宋体</vt:lpstr>
      <vt:lpstr>Wingdings</vt:lpstr>
      <vt:lpstr>Noto Sans SC</vt:lpstr>
      <vt:lpstr>Noto Sans SC</vt:lpstr>
      <vt:lpstr>Source Code Pro</vt:lpstr>
      <vt:lpstr>Segoe Print</vt:lpstr>
      <vt:lpstr>Source Code Pro</vt:lpstr>
      <vt:lpstr>Source Code Pro</vt:lpstr>
      <vt:lpstr>ui-sans-serif</vt:lpstr>
      <vt:lpstr>ui-sans-serif</vt:lpstr>
      <vt:lpstr>ui-sans-serif</vt:lpstr>
      <vt:lpstr>Calibri</vt:lpstr>
      <vt:lpstr>微软雅黑</vt:lpstr>
      <vt:lpstr>Arial Unicode MS</vt:lpstr>
      <vt:lpstr>等线</vt:lpstr>
      <vt:lpstr>ui-monospace</vt:lpstr>
      <vt:lpstr>ui-monospace</vt:lpstr>
      <vt:lpstr>ui-monospace</vt:lpstr>
      <vt:lpstr>MingLiU-ExtB</vt:lpstr>
      <vt:lpstr>黑体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璟</cp:lastModifiedBy>
  <cp:revision>504</cp:revision>
  <dcterms:created xsi:type="dcterms:W3CDTF">2026-03-24T02:24:00Z</dcterms:created>
  <dcterms:modified xsi:type="dcterms:W3CDTF">2026-03-26T16:53:09Z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F7836165BE1C4B4B84438B3F542B347E_12</vt:lpwstr>
  </property>
  <property fmtid="{D5CDD505-2E9C-101B-9397-08002B2CF9AE}" pid="3" name="KSOProductBuildVer">
    <vt:lpwstr>2052-12.1.0.25225</vt:lpwstr>
  </property>
</Properties>
</file>